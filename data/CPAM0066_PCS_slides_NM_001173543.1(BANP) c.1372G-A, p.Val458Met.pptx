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8"/>
  </p:notesMasterIdLst>
  <p:sldIdLst>
    <p:sldId id="256" r:id="rId5"/>
    <p:sldId id="273" r:id="rId6"/>
    <p:sldId id="274" r:id="rId7"/>
    <p:sldId id="275" r:id="rId8"/>
    <p:sldId id="278" r:id="rId9"/>
    <p:sldId id="277" r:id="rId10"/>
    <p:sldId id="276" r:id="rId11"/>
    <p:sldId id="265" r:id="rId12"/>
    <p:sldId id="261" r:id="rId13"/>
    <p:sldId id="262" r:id="rId14"/>
    <p:sldId id="266" r:id="rId15"/>
    <p:sldId id="263" r:id="rId16"/>
    <p:sldId id="280" r:id="rId17"/>
    <p:sldId id="264" r:id="rId18"/>
    <p:sldId id="279" r:id="rId19"/>
    <p:sldId id="281" r:id="rId20"/>
    <p:sldId id="267" r:id="rId21"/>
    <p:sldId id="268" r:id="rId22"/>
    <p:sldId id="271" r:id="rId23"/>
    <p:sldId id="269" r:id="rId24"/>
    <p:sldId id="270" r:id="rId25"/>
    <p:sldId id="282" r:id="rId26"/>
    <p:sldId id="272"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139A77-5AB1-2011-3CBD-36558C714926}" v="22" dt="2022-01-10T23:32:00.711"/>
    <p1510:client id="{3413AC2C-ED80-E4E3-474B-04EF950E84A6}" v="30" dt="2022-02-07T22:55:14.753"/>
    <p1510:client id="{637DCDB9-276E-8C49-AA92-B8B7090AF074}" v="52" dt="2022-01-10T17:06:49.598"/>
    <p1510:client id="{7DB4B095-2B99-4479-B756-67182FD48EC4}" v="19" dt="2022-01-24T18:25:27.134"/>
    <p1510:client id="{90098580-9FE9-41FF-9E34-25356B197458}" v="18" dt="2022-01-10T21:50:07.376"/>
    <p1510:client id="{BAB2C216-819C-F1FA-9655-8D92FC3227FE}" v="772" dt="2022-01-24T21:26:59.321"/>
    <p1510:client id="{C018AC4C-0A5B-4AFB-BB3D-F14A1A31A4CD}" v="14" dt="2022-01-24T19:36:00.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rthey, Elizabeth A (Campus)" userId="S::lworthey@uab.edu::59683239-0802-4b99-9062-30a29ad07bf7" providerId="AD" clId="Web-{1E139A77-5AB1-2011-3CBD-36558C714926}"/>
    <pc:docChg chg="modSld sldOrd">
      <pc:chgData name="Worthey, Elizabeth A (Campus)" userId="S::lworthey@uab.edu::59683239-0802-4b99-9062-30a29ad07bf7" providerId="AD" clId="Web-{1E139A77-5AB1-2011-3CBD-36558C714926}" dt="2022-01-10T23:31:57.726" v="4"/>
      <pc:docMkLst>
        <pc:docMk/>
      </pc:docMkLst>
      <pc:sldChg chg="modSp">
        <pc:chgData name="Worthey, Elizabeth A (Campus)" userId="S::lworthey@uab.edu::59683239-0802-4b99-9062-30a29ad07bf7" providerId="AD" clId="Web-{1E139A77-5AB1-2011-3CBD-36558C714926}" dt="2022-01-10T23:31:57.726" v="4"/>
        <pc:sldMkLst>
          <pc:docMk/>
          <pc:sldMk cId="1614779655" sldId="273"/>
        </pc:sldMkLst>
        <pc:graphicFrameChg chg="mod modGraphic">
          <ac:chgData name="Worthey, Elizabeth A (Campus)" userId="S::lworthey@uab.edu::59683239-0802-4b99-9062-30a29ad07bf7" providerId="AD" clId="Web-{1E139A77-5AB1-2011-3CBD-36558C714926}" dt="2022-01-10T23:31:57.726" v="4"/>
          <ac:graphicFrameMkLst>
            <pc:docMk/>
            <pc:sldMk cId="1614779655" sldId="273"/>
            <ac:graphicFrameMk id="4" creationId="{AF97A32E-DAE0-AB43-AC46-F2C53380CDDD}"/>
          </ac:graphicFrameMkLst>
        </pc:graphicFrameChg>
      </pc:sldChg>
      <pc:sldChg chg="ord">
        <pc:chgData name="Worthey, Elizabeth A (Campus)" userId="S::lworthey@uab.edu::59683239-0802-4b99-9062-30a29ad07bf7" providerId="AD" clId="Web-{1E139A77-5AB1-2011-3CBD-36558C714926}" dt="2022-01-10T22:22:58.316" v="0"/>
        <pc:sldMkLst>
          <pc:docMk/>
          <pc:sldMk cId="187780591" sldId="279"/>
        </pc:sldMkLst>
      </pc:sldChg>
    </pc:docChg>
  </pc:docChgLst>
  <pc:docChgLst>
    <pc:chgData name="Worthey, Elizabeth A (Campus)" userId="S::lworthey@uab.edu::59683239-0802-4b99-9062-30a29ad07bf7" providerId="AD" clId="Web-{3413AC2C-ED80-E4E3-474B-04EF950E84A6}"/>
    <pc:docChg chg="addSld modSld">
      <pc:chgData name="Worthey, Elizabeth A (Campus)" userId="S::lworthey@uab.edu::59683239-0802-4b99-9062-30a29ad07bf7" providerId="AD" clId="Web-{3413AC2C-ED80-E4E3-474B-04EF950E84A6}" dt="2022-02-07T22:55:14.753" v="28" actId="20577"/>
      <pc:docMkLst>
        <pc:docMk/>
      </pc:docMkLst>
      <pc:sldChg chg="modSp new">
        <pc:chgData name="Worthey, Elizabeth A (Campus)" userId="S::lworthey@uab.edu::59683239-0802-4b99-9062-30a29ad07bf7" providerId="AD" clId="Web-{3413AC2C-ED80-E4E3-474B-04EF950E84A6}" dt="2022-02-07T22:55:14.753" v="28" actId="20577"/>
        <pc:sldMkLst>
          <pc:docMk/>
          <pc:sldMk cId="2868320781" sldId="282"/>
        </pc:sldMkLst>
        <pc:spChg chg="mod">
          <ac:chgData name="Worthey, Elizabeth A (Campus)" userId="S::lworthey@uab.edu::59683239-0802-4b99-9062-30a29ad07bf7" providerId="AD" clId="Web-{3413AC2C-ED80-E4E3-474B-04EF950E84A6}" dt="2022-02-07T22:53:35.107" v="4" actId="20577"/>
          <ac:spMkLst>
            <pc:docMk/>
            <pc:sldMk cId="2868320781" sldId="282"/>
            <ac:spMk id="2" creationId="{B0ADD4DC-BAFC-4280-9A44-99FCDE600090}"/>
          </ac:spMkLst>
        </pc:spChg>
        <pc:spChg chg="mod">
          <ac:chgData name="Worthey, Elizabeth A (Campus)" userId="S::lworthey@uab.edu::59683239-0802-4b99-9062-30a29ad07bf7" providerId="AD" clId="Web-{3413AC2C-ED80-E4E3-474B-04EF950E84A6}" dt="2022-02-07T22:55:14.753" v="28" actId="20577"/>
          <ac:spMkLst>
            <pc:docMk/>
            <pc:sldMk cId="2868320781" sldId="282"/>
            <ac:spMk id="3" creationId="{AA6498C4-A87B-45B5-9DE6-6D4565A70C4E}"/>
          </ac:spMkLst>
        </pc:spChg>
      </pc:sldChg>
    </pc:docChg>
  </pc:docChgLst>
  <pc:docChgLst>
    <pc:chgData name="Foksinska, Aleksandra" userId="S::afoksin@uab.edu::c71d2fd9-54a7-499a-9ad3-edec58574ec5" providerId="AD" clId="Web-{30055394-6FAE-5C0D-22A5-6DDEEA749FF9}"/>
    <pc:docChg chg="addSld modSld sldOrd">
      <pc:chgData name="Foksinska, Aleksandra" userId="S::afoksin@uab.edu::c71d2fd9-54a7-499a-9ad3-edec58574ec5" providerId="AD" clId="Web-{30055394-6FAE-5C0D-22A5-6DDEEA749FF9}" dt="2021-12-08T18:15:17.171" v="668" actId="1076"/>
      <pc:docMkLst>
        <pc:docMk/>
      </pc:docMkLst>
      <pc:sldChg chg="addSp modSp">
        <pc:chgData name="Foksinska, Aleksandra" userId="S::afoksin@uab.edu::c71d2fd9-54a7-499a-9ad3-edec58574ec5" providerId="AD" clId="Web-{30055394-6FAE-5C0D-22A5-6DDEEA749FF9}" dt="2021-12-08T18:15:17.171" v="668" actId="1076"/>
        <pc:sldMkLst>
          <pc:docMk/>
          <pc:sldMk cId="3217949366" sldId="258"/>
        </pc:sldMkLst>
        <pc:spChg chg="add mod">
          <ac:chgData name="Foksinska, Aleksandra" userId="S::afoksin@uab.edu::c71d2fd9-54a7-499a-9ad3-edec58574ec5" providerId="AD" clId="Web-{30055394-6FAE-5C0D-22A5-6DDEEA749FF9}" dt="2021-12-08T18:15:17.171" v="668" actId="1076"/>
          <ac:spMkLst>
            <pc:docMk/>
            <pc:sldMk cId="3217949366" sldId="258"/>
            <ac:spMk id="3" creationId="{A24DBC8E-247D-4B03-B6DE-F057235B9641}"/>
          </ac:spMkLst>
        </pc:spChg>
      </pc:sldChg>
      <pc:sldChg chg="modSp">
        <pc:chgData name="Foksinska, Aleksandra" userId="S::afoksin@uab.edu::c71d2fd9-54a7-499a-9ad3-edec58574ec5" providerId="AD" clId="Web-{30055394-6FAE-5C0D-22A5-6DDEEA749FF9}" dt="2021-12-08T15:32:53.844" v="245"/>
        <pc:sldMkLst>
          <pc:docMk/>
          <pc:sldMk cId="2876301967" sldId="259"/>
        </pc:sldMkLst>
        <pc:spChg chg="mod">
          <ac:chgData name="Foksinska, Aleksandra" userId="S::afoksin@uab.edu::c71d2fd9-54a7-499a-9ad3-edec58574ec5" providerId="AD" clId="Web-{30055394-6FAE-5C0D-22A5-6DDEEA749FF9}" dt="2021-12-08T15:30:09.043" v="211" actId="1076"/>
          <ac:spMkLst>
            <pc:docMk/>
            <pc:sldMk cId="2876301967" sldId="259"/>
            <ac:spMk id="2" creationId="{B2EADAC4-9107-46CC-83D5-EE1BEB581B10}"/>
          </ac:spMkLst>
        </pc:spChg>
        <pc:graphicFrameChg chg="mod modGraphic">
          <ac:chgData name="Foksinska, Aleksandra" userId="S::afoksin@uab.edu::c71d2fd9-54a7-499a-9ad3-edec58574ec5" providerId="AD" clId="Web-{30055394-6FAE-5C0D-22A5-6DDEEA749FF9}" dt="2021-12-08T15:32:53.844" v="245"/>
          <ac:graphicFrameMkLst>
            <pc:docMk/>
            <pc:sldMk cId="2876301967" sldId="259"/>
            <ac:graphicFrameMk id="3" creationId="{4FF696DF-FF4A-4098-AE65-4FC19F4C4DDA}"/>
          </ac:graphicFrameMkLst>
        </pc:graphicFrameChg>
      </pc:sldChg>
      <pc:sldChg chg="modSp ord modNotes">
        <pc:chgData name="Foksinska, Aleksandra" userId="S::afoksin@uab.edu::c71d2fd9-54a7-499a-9ad3-edec58574ec5" providerId="AD" clId="Web-{30055394-6FAE-5C0D-22A5-6DDEEA749FF9}" dt="2021-12-08T18:12:30.722" v="637" actId="1076"/>
        <pc:sldMkLst>
          <pc:docMk/>
          <pc:sldMk cId="2948871802" sldId="260"/>
        </pc:sldMkLst>
        <pc:spChg chg="mod">
          <ac:chgData name="Foksinska, Aleksandra" userId="S::afoksin@uab.edu::c71d2fd9-54a7-499a-9ad3-edec58574ec5" providerId="AD" clId="Web-{30055394-6FAE-5C0D-22A5-6DDEEA749FF9}" dt="2021-12-08T18:12:30.722" v="637" actId="1076"/>
          <ac:spMkLst>
            <pc:docMk/>
            <pc:sldMk cId="2948871802" sldId="260"/>
            <ac:spMk id="2" creationId="{35A7A1DC-1A4F-49D3-A8FC-D93805B310AA}"/>
          </ac:spMkLst>
        </pc:spChg>
        <pc:spChg chg="mod">
          <ac:chgData name="Foksinska, Aleksandra" userId="S::afoksin@uab.edu::c71d2fd9-54a7-499a-9ad3-edec58574ec5" providerId="AD" clId="Web-{30055394-6FAE-5C0D-22A5-6DDEEA749FF9}" dt="2021-12-08T17:27:54.073" v="484" actId="14100"/>
          <ac:spMkLst>
            <pc:docMk/>
            <pc:sldMk cId="2948871802" sldId="260"/>
            <ac:spMk id="3" creationId="{8D3192CF-0475-41D9-815B-D1589410A9D6}"/>
          </ac:spMkLst>
        </pc:spChg>
      </pc:sldChg>
      <pc:sldChg chg="modSp">
        <pc:chgData name="Foksinska, Aleksandra" userId="S::afoksin@uab.edu::c71d2fd9-54a7-499a-9ad3-edec58574ec5" providerId="AD" clId="Web-{30055394-6FAE-5C0D-22A5-6DDEEA749FF9}" dt="2021-12-08T18:13:47.587" v="652" actId="20577"/>
        <pc:sldMkLst>
          <pc:docMk/>
          <pc:sldMk cId="3035961808" sldId="261"/>
        </pc:sldMkLst>
        <pc:spChg chg="mod">
          <ac:chgData name="Foksinska, Aleksandra" userId="S::afoksin@uab.edu::c71d2fd9-54a7-499a-9ad3-edec58574ec5" providerId="AD" clId="Web-{30055394-6FAE-5C0D-22A5-6DDEEA749FF9}" dt="2021-12-08T18:13:47.587" v="652" actId="20577"/>
          <ac:spMkLst>
            <pc:docMk/>
            <pc:sldMk cId="3035961808" sldId="261"/>
            <ac:spMk id="3" creationId="{B4E9CE25-5541-418C-B68E-93D975123E0F}"/>
          </ac:spMkLst>
        </pc:spChg>
      </pc:sldChg>
      <pc:sldChg chg="modSp modNotes">
        <pc:chgData name="Foksinska, Aleksandra" userId="S::afoksin@uab.edu::c71d2fd9-54a7-499a-9ad3-edec58574ec5" providerId="AD" clId="Web-{30055394-6FAE-5C0D-22A5-6DDEEA749FF9}" dt="2021-12-08T18:07:49.281" v="634" actId="20577"/>
        <pc:sldMkLst>
          <pc:docMk/>
          <pc:sldMk cId="3894481413" sldId="262"/>
        </pc:sldMkLst>
        <pc:spChg chg="mod">
          <ac:chgData name="Foksinska, Aleksandra" userId="S::afoksin@uab.edu::c71d2fd9-54a7-499a-9ad3-edec58574ec5" providerId="AD" clId="Web-{30055394-6FAE-5C0D-22A5-6DDEEA749FF9}" dt="2021-12-08T18:07:22.936" v="630" actId="14100"/>
          <ac:spMkLst>
            <pc:docMk/>
            <pc:sldMk cId="3894481413" sldId="262"/>
            <ac:spMk id="2" creationId="{F3283D8E-7A30-4B98-8094-2CC0DBF62350}"/>
          </ac:spMkLst>
        </pc:spChg>
        <pc:spChg chg="mod">
          <ac:chgData name="Foksinska, Aleksandra" userId="S::afoksin@uab.edu::c71d2fd9-54a7-499a-9ad3-edec58574ec5" providerId="AD" clId="Web-{30055394-6FAE-5C0D-22A5-6DDEEA749FF9}" dt="2021-12-08T18:07:49.281" v="634" actId="20577"/>
          <ac:spMkLst>
            <pc:docMk/>
            <pc:sldMk cId="3894481413" sldId="262"/>
            <ac:spMk id="3" creationId="{8360A188-8EF2-4B2F-9399-AD62BA3D1BC5}"/>
          </ac:spMkLst>
        </pc:spChg>
      </pc:sldChg>
      <pc:sldChg chg="modSp modNotes">
        <pc:chgData name="Foksinska, Aleksandra" userId="S::afoksin@uab.edu::c71d2fd9-54a7-499a-9ad3-edec58574ec5" providerId="AD" clId="Web-{30055394-6FAE-5C0D-22A5-6DDEEA749FF9}" dt="2021-12-08T17:26:50.866" v="465"/>
        <pc:sldMkLst>
          <pc:docMk/>
          <pc:sldMk cId="2642741647" sldId="263"/>
        </pc:sldMkLst>
        <pc:spChg chg="mod">
          <ac:chgData name="Foksinska, Aleksandra" userId="S::afoksin@uab.edu::c71d2fd9-54a7-499a-9ad3-edec58574ec5" providerId="AD" clId="Web-{30055394-6FAE-5C0D-22A5-6DDEEA749FF9}" dt="2021-12-08T17:22:06.143" v="423" actId="1076"/>
          <ac:spMkLst>
            <pc:docMk/>
            <pc:sldMk cId="2642741647" sldId="263"/>
            <ac:spMk id="2" creationId="{B0A817CE-EB9D-4042-816D-018B309ADF3F}"/>
          </ac:spMkLst>
        </pc:spChg>
        <pc:spChg chg="mod">
          <ac:chgData name="Foksinska, Aleksandra" userId="S::afoksin@uab.edu::c71d2fd9-54a7-499a-9ad3-edec58574ec5" providerId="AD" clId="Web-{30055394-6FAE-5C0D-22A5-6DDEEA749FF9}" dt="2021-12-08T17:25:32.798" v="463" actId="20577"/>
          <ac:spMkLst>
            <pc:docMk/>
            <pc:sldMk cId="2642741647" sldId="263"/>
            <ac:spMk id="3" creationId="{7B285705-3B35-4A1B-9DE1-5C157549347D}"/>
          </ac:spMkLst>
        </pc:spChg>
      </pc:sldChg>
      <pc:sldChg chg="ord modNotes">
        <pc:chgData name="Foksinska, Aleksandra" userId="S::afoksin@uab.edu::c71d2fd9-54a7-499a-9ad3-edec58574ec5" providerId="AD" clId="Web-{30055394-6FAE-5C0D-22A5-6DDEEA749FF9}" dt="2021-12-08T18:11:45.579" v="635"/>
        <pc:sldMkLst>
          <pc:docMk/>
          <pc:sldMk cId="3797373939" sldId="264"/>
        </pc:sldMkLst>
      </pc:sldChg>
      <pc:sldChg chg="modSp">
        <pc:chgData name="Foksinska, Aleksandra" userId="S::afoksin@uab.edu::c71d2fd9-54a7-499a-9ad3-edec58574ec5" providerId="AD" clId="Web-{30055394-6FAE-5C0D-22A5-6DDEEA749FF9}" dt="2021-12-08T18:12:52.177" v="640" actId="14100"/>
        <pc:sldMkLst>
          <pc:docMk/>
          <pc:sldMk cId="3945851792" sldId="265"/>
        </pc:sldMkLst>
        <pc:spChg chg="mod">
          <ac:chgData name="Foksinska, Aleksandra" userId="S::afoksin@uab.edu::c71d2fd9-54a7-499a-9ad3-edec58574ec5" providerId="AD" clId="Web-{30055394-6FAE-5C0D-22A5-6DDEEA749FF9}" dt="2021-12-08T18:12:52.177" v="640" actId="14100"/>
          <ac:spMkLst>
            <pc:docMk/>
            <pc:sldMk cId="3945851792" sldId="265"/>
            <ac:spMk id="3" creationId="{57114D65-2450-44E2-B35A-A21D057BB4EC}"/>
          </ac:spMkLst>
        </pc:spChg>
      </pc:sldChg>
      <pc:sldChg chg="modSp new">
        <pc:chgData name="Foksinska, Aleksandra" userId="S::afoksin@uab.edu::c71d2fd9-54a7-499a-9ad3-edec58574ec5" providerId="AD" clId="Web-{30055394-6FAE-5C0D-22A5-6DDEEA749FF9}" dt="2021-12-08T17:27:26.071" v="482" actId="20577"/>
        <pc:sldMkLst>
          <pc:docMk/>
          <pc:sldMk cId="3485528743" sldId="266"/>
        </pc:sldMkLst>
        <pc:spChg chg="mod">
          <ac:chgData name="Foksinska, Aleksandra" userId="S::afoksin@uab.edu::c71d2fd9-54a7-499a-9ad3-edec58574ec5" providerId="AD" clId="Web-{30055394-6FAE-5C0D-22A5-6DDEEA749FF9}" dt="2021-12-08T17:27:21.555" v="479" actId="20577"/>
          <ac:spMkLst>
            <pc:docMk/>
            <pc:sldMk cId="3485528743" sldId="266"/>
            <ac:spMk id="2" creationId="{25E065B0-3438-4410-B33B-9C8F4154BA98}"/>
          </ac:spMkLst>
        </pc:spChg>
        <pc:spChg chg="mod">
          <ac:chgData name="Foksinska, Aleksandra" userId="S::afoksin@uab.edu::c71d2fd9-54a7-499a-9ad3-edec58574ec5" providerId="AD" clId="Web-{30055394-6FAE-5C0D-22A5-6DDEEA749FF9}" dt="2021-12-08T17:27:26.071" v="482" actId="20577"/>
          <ac:spMkLst>
            <pc:docMk/>
            <pc:sldMk cId="3485528743" sldId="266"/>
            <ac:spMk id="3" creationId="{633609DC-F252-47D9-A0C1-BA9BA0B6D143}"/>
          </ac:spMkLst>
        </pc:spChg>
      </pc:sldChg>
    </pc:docChg>
  </pc:docChgLst>
  <pc:docChgLst>
    <pc:chgData name="Worthey, Elizabeth A (Campus)" userId="S::lworthey@uab.edu::59683239-0802-4b99-9062-30a29ad07bf7" providerId="AD" clId="Web-{BAB2C216-819C-F1FA-9655-8D92FC3227FE}"/>
    <pc:docChg chg="addSld modSld sldOrd">
      <pc:chgData name="Worthey, Elizabeth A (Campus)" userId="S::lworthey@uab.edu::59683239-0802-4b99-9062-30a29ad07bf7" providerId="AD" clId="Web-{BAB2C216-819C-F1FA-9655-8D92FC3227FE}" dt="2022-01-24T21:26:59.321" v="436" actId="20577"/>
      <pc:docMkLst>
        <pc:docMk/>
      </pc:docMkLst>
      <pc:sldChg chg="ord">
        <pc:chgData name="Worthey, Elizabeth A (Campus)" userId="S::lworthey@uab.edu::59683239-0802-4b99-9062-30a29ad07bf7" providerId="AD" clId="Web-{BAB2C216-819C-F1FA-9655-8D92FC3227FE}" dt="2022-01-24T20:22:58.928" v="49"/>
        <pc:sldMkLst>
          <pc:docMk/>
          <pc:sldMk cId="3797373939" sldId="264"/>
        </pc:sldMkLst>
      </pc:sldChg>
      <pc:sldChg chg="ord">
        <pc:chgData name="Worthey, Elizabeth A (Campus)" userId="S::lworthey@uab.edu::59683239-0802-4b99-9062-30a29ad07bf7" providerId="AD" clId="Web-{BAB2C216-819C-F1FA-9655-8D92FC3227FE}" dt="2022-01-24T20:21:47.723" v="42"/>
        <pc:sldMkLst>
          <pc:docMk/>
          <pc:sldMk cId="2431145223" sldId="267"/>
        </pc:sldMkLst>
      </pc:sldChg>
      <pc:sldChg chg="ord">
        <pc:chgData name="Worthey, Elizabeth A (Campus)" userId="S::lworthey@uab.edu::59683239-0802-4b99-9062-30a29ad07bf7" providerId="AD" clId="Web-{BAB2C216-819C-F1FA-9655-8D92FC3227FE}" dt="2022-01-24T20:22:10.255" v="46"/>
        <pc:sldMkLst>
          <pc:docMk/>
          <pc:sldMk cId="2780850277" sldId="268"/>
        </pc:sldMkLst>
      </pc:sldChg>
      <pc:sldChg chg="ord">
        <pc:chgData name="Worthey, Elizabeth A (Campus)" userId="S::lworthey@uab.edu::59683239-0802-4b99-9062-30a29ad07bf7" providerId="AD" clId="Web-{BAB2C216-819C-F1FA-9655-8D92FC3227FE}" dt="2022-01-24T20:22:18.146" v="48"/>
        <pc:sldMkLst>
          <pc:docMk/>
          <pc:sldMk cId="4261184150" sldId="269"/>
        </pc:sldMkLst>
      </pc:sldChg>
      <pc:sldChg chg="modSp ord">
        <pc:chgData name="Worthey, Elizabeth A (Campus)" userId="S::lworthey@uab.edu::59683239-0802-4b99-9062-30a29ad07bf7" providerId="AD" clId="Web-{BAB2C216-819C-F1FA-9655-8D92FC3227FE}" dt="2022-01-24T21:21:09.407" v="286" actId="20577"/>
        <pc:sldMkLst>
          <pc:docMk/>
          <pc:sldMk cId="269838818" sldId="271"/>
        </pc:sldMkLst>
        <pc:spChg chg="mod">
          <ac:chgData name="Worthey, Elizabeth A (Campus)" userId="S::lworthey@uab.edu::59683239-0802-4b99-9062-30a29ad07bf7" providerId="AD" clId="Web-{BAB2C216-819C-F1FA-9655-8D92FC3227FE}" dt="2022-01-24T21:09:14.969" v="211" actId="1076"/>
          <ac:spMkLst>
            <pc:docMk/>
            <pc:sldMk cId="269838818" sldId="271"/>
            <ac:spMk id="2" creationId="{0297B6C7-AB3A-4C0B-A5BE-577A432D561D}"/>
          </ac:spMkLst>
        </pc:spChg>
        <pc:spChg chg="mod">
          <ac:chgData name="Worthey, Elizabeth A (Campus)" userId="S::lworthey@uab.edu::59683239-0802-4b99-9062-30a29ad07bf7" providerId="AD" clId="Web-{BAB2C216-819C-F1FA-9655-8D92FC3227FE}" dt="2022-01-24T21:21:09.407" v="286" actId="20577"/>
          <ac:spMkLst>
            <pc:docMk/>
            <pc:sldMk cId="269838818" sldId="271"/>
            <ac:spMk id="6" creationId="{1AC300CB-A1E0-4C01-AB9A-EA317623D912}"/>
          </ac:spMkLst>
        </pc:spChg>
      </pc:sldChg>
      <pc:sldChg chg="addSp delSp modSp ord">
        <pc:chgData name="Worthey, Elizabeth A (Campus)" userId="S::lworthey@uab.edu::59683239-0802-4b99-9062-30a29ad07bf7" providerId="AD" clId="Web-{BAB2C216-819C-F1FA-9655-8D92FC3227FE}" dt="2022-01-24T21:26:59.321" v="436" actId="20577"/>
        <pc:sldMkLst>
          <pc:docMk/>
          <pc:sldMk cId="2045030304" sldId="272"/>
        </pc:sldMkLst>
        <pc:spChg chg="mod">
          <ac:chgData name="Worthey, Elizabeth A (Campus)" userId="S::lworthey@uab.edu::59683239-0802-4b99-9062-30a29ad07bf7" providerId="AD" clId="Web-{BAB2C216-819C-F1FA-9655-8D92FC3227FE}" dt="2022-01-24T21:26:44.992" v="430" actId="1076"/>
          <ac:spMkLst>
            <pc:docMk/>
            <pc:sldMk cId="2045030304" sldId="272"/>
            <ac:spMk id="2" creationId="{F588F895-A80F-4A74-A203-F70966BF336F}"/>
          </ac:spMkLst>
        </pc:spChg>
        <pc:spChg chg="mod">
          <ac:chgData name="Worthey, Elizabeth A (Campus)" userId="S::lworthey@uab.edu::59683239-0802-4b99-9062-30a29ad07bf7" providerId="AD" clId="Web-{BAB2C216-819C-F1FA-9655-8D92FC3227FE}" dt="2022-01-24T21:26:59.321" v="436" actId="20577"/>
          <ac:spMkLst>
            <pc:docMk/>
            <pc:sldMk cId="2045030304" sldId="272"/>
            <ac:spMk id="5" creationId="{8BB2FCC4-793A-436C-A409-0D767A58A0F1}"/>
          </ac:spMkLst>
        </pc:spChg>
        <pc:graphicFrameChg chg="add del mod">
          <ac:chgData name="Worthey, Elizabeth A (Campus)" userId="S::lworthey@uab.edu::59683239-0802-4b99-9062-30a29ad07bf7" providerId="AD" clId="Web-{BAB2C216-819C-F1FA-9655-8D92FC3227FE}" dt="2022-01-24T21:25:50.975" v="409"/>
          <ac:graphicFrameMkLst>
            <pc:docMk/>
            <pc:sldMk cId="2045030304" sldId="272"/>
            <ac:graphicFrameMk id="6" creationId="{53F86F73-1B3E-42CF-AF34-5090AE006BB3}"/>
          </ac:graphicFrameMkLst>
        </pc:graphicFrameChg>
      </pc:sldChg>
      <pc:sldChg chg="modSp ord">
        <pc:chgData name="Worthey, Elizabeth A (Campus)" userId="S::lworthey@uab.edu::59683239-0802-4b99-9062-30a29ad07bf7" providerId="AD" clId="Web-{BAB2C216-819C-F1FA-9655-8D92FC3227FE}" dt="2022-01-24T20:28:35.703" v="86"/>
        <pc:sldMkLst>
          <pc:docMk/>
          <pc:sldMk cId="187780591" sldId="279"/>
        </pc:sldMkLst>
        <pc:spChg chg="mod">
          <ac:chgData name="Worthey, Elizabeth A (Campus)" userId="S::lworthey@uab.edu::59683239-0802-4b99-9062-30a29ad07bf7" providerId="AD" clId="Web-{BAB2C216-819C-F1FA-9655-8D92FC3227FE}" dt="2022-01-24T20:21:10.816" v="40" actId="20577"/>
          <ac:spMkLst>
            <pc:docMk/>
            <pc:sldMk cId="187780591" sldId="279"/>
            <ac:spMk id="2" creationId="{DEAC011E-54FC-46EE-BD5C-E64A4F3D4E6B}"/>
          </ac:spMkLst>
        </pc:spChg>
      </pc:sldChg>
      <pc:sldChg chg="ord">
        <pc:chgData name="Worthey, Elizabeth A (Campus)" userId="S::lworthey@uab.edu::59683239-0802-4b99-9062-30a29ad07bf7" providerId="AD" clId="Web-{BAB2C216-819C-F1FA-9655-8D92FC3227FE}" dt="2022-01-24T21:08:00.483" v="203"/>
        <pc:sldMkLst>
          <pc:docMk/>
          <pc:sldMk cId="2428245613" sldId="280"/>
        </pc:sldMkLst>
      </pc:sldChg>
      <pc:sldChg chg="addSp delSp modSp new">
        <pc:chgData name="Worthey, Elizabeth A (Campus)" userId="S::lworthey@uab.edu::59683239-0802-4b99-9062-30a29ad07bf7" providerId="AD" clId="Web-{BAB2C216-819C-F1FA-9655-8D92FC3227FE}" dt="2022-01-24T21:07:16.795" v="202" actId="20577"/>
        <pc:sldMkLst>
          <pc:docMk/>
          <pc:sldMk cId="2761635706" sldId="281"/>
        </pc:sldMkLst>
        <pc:spChg chg="mod">
          <ac:chgData name="Worthey, Elizabeth A (Campus)" userId="S::lworthey@uab.edu::59683239-0802-4b99-9062-30a29ad07bf7" providerId="AD" clId="Web-{BAB2C216-819C-F1FA-9655-8D92FC3227FE}" dt="2022-01-24T20:17:17.498" v="4" actId="20577"/>
          <ac:spMkLst>
            <pc:docMk/>
            <pc:sldMk cId="2761635706" sldId="281"/>
            <ac:spMk id="2" creationId="{EEF277B1-30F9-42E3-8838-3EAF3673D54A}"/>
          </ac:spMkLst>
        </pc:spChg>
        <pc:spChg chg="mod">
          <ac:chgData name="Worthey, Elizabeth A (Campus)" userId="S::lworthey@uab.edu::59683239-0802-4b99-9062-30a29ad07bf7" providerId="AD" clId="Web-{BAB2C216-819C-F1FA-9655-8D92FC3227FE}" dt="2022-01-24T20:19:20.391" v="23" actId="20577"/>
          <ac:spMkLst>
            <pc:docMk/>
            <pc:sldMk cId="2761635706" sldId="281"/>
            <ac:spMk id="3" creationId="{5CFB86CA-16EC-4D46-BAE5-BAC8FBBDEFB9}"/>
          </ac:spMkLst>
        </pc:spChg>
        <pc:spChg chg="add mod">
          <ac:chgData name="Worthey, Elizabeth A (Campus)" userId="S::lworthey@uab.edu::59683239-0802-4b99-9062-30a29ad07bf7" providerId="AD" clId="Web-{BAB2C216-819C-F1FA-9655-8D92FC3227FE}" dt="2022-01-24T21:07:16.795" v="202" actId="20577"/>
          <ac:spMkLst>
            <pc:docMk/>
            <pc:sldMk cId="2761635706" sldId="281"/>
            <ac:spMk id="6" creationId="{D39CDB9D-60D8-416C-8E07-8769D4F1D163}"/>
          </ac:spMkLst>
        </pc:spChg>
        <pc:picChg chg="add del mod">
          <ac:chgData name="Worthey, Elizabeth A (Campus)" userId="S::lworthey@uab.edu::59683239-0802-4b99-9062-30a29ad07bf7" providerId="AD" clId="Web-{BAB2C216-819C-F1FA-9655-8D92FC3227FE}" dt="2022-01-24T20:19:38.392" v="28"/>
          <ac:picMkLst>
            <pc:docMk/>
            <pc:sldMk cId="2761635706" sldId="281"/>
            <ac:picMk id="4" creationId="{62E9863A-9FCD-4A85-A9D4-F730C5EF8F25}"/>
          </ac:picMkLst>
        </pc:picChg>
        <pc:picChg chg="add mod modCrop">
          <ac:chgData name="Worthey, Elizabeth A (Campus)" userId="S::lworthey@uab.edu::59683239-0802-4b99-9062-30a29ad07bf7" providerId="AD" clId="Web-{BAB2C216-819C-F1FA-9655-8D92FC3227FE}" dt="2022-01-24T20:29:29.955" v="106" actId="14100"/>
          <ac:picMkLst>
            <pc:docMk/>
            <pc:sldMk cId="2761635706" sldId="281"/>
            <ac:picMk id="5" creationId="{CC9ACF2C-7188-415F-B1C4-1081E3C6787B}"/>
          </ac:picMkLst>
        </pc:picChg>
      </pc:sldChg>
    </pc:docChg>
  </pc:docChgLst>
  <pc:docChgLst>
    <pc:chgData name="Bruce Korf" userId="07526266-81a3-48a5-bc27-f9a73c81d312" providerId="ADAL" clId="{637DCDB9-276E-8C49-AA92-B8B7090AF074}"/>
    <pc:docChg chg="undo custSel addSld delSld modSld">
      <pc:chgData name="Bruce Korf" userId="07526266-81a3-48a5-bc27-f9a73c81d312" providerId="ADAL" clId="{637DCDB9-276E-8C49-AA92-B8B7090AF074}" dt="2022-01-10T17:08:18.138" v="1193" actId="2696"/>
      <pc:docMkLst>
        <pc:docMk/>
      </pc:docMkLst>
      <pc:sldChg chg="del">
        <pc:chgData name="Bruce Korf" userId="07526266-81a3-48a5-bc27-f9a73c81d312" providerId="ADAL" clId="{637DCDB9-276E-8C49-AA92-B8B7090AF074}" dt="2022-01-10T13:39:32.108" v="200" actId="2696"/>
        <pc:sldMkLst>
          <pc:docMk/>
          <pc:sldMk cId="3018763032" sldId="257"/>
        </pc:sldMkLst>
      </pc:sldChg>
      <pc:sldChg chg="del">
        <pc:chgData name="Bruce Korf" userId="07526266-81a3-48a5-bc27-f9a73c81d312" providerId="ADAL" clId="{637DCDB9-276E-8C49-AA92-B8B7090AF074}" dt="2022-01-10T17:08:18.138" v="1193" actId="2696"/>
        <pc:sldMkLst>
          <pc:docMk/>
          <pc:sldMk cId="3217949366" sldId="258"/>
        </pc:sldMkLst>
      </pc:sldChg>
      <pc:sldChg chg="del">
        <pc:chgData name="Bruce Korf" userId="07526266-81a3-48a5-bc27-f9a73c81d312" providerId="ADAL" clId="{637DCDB9-276E-8C49-AA92-B8B7090AF074}" dt="2022-01-10T13:42:34.341" v="298" actId="2696"/>
        <pc:sldMkLst>
          <pc:docMk/>
          <pc:sldMk cId="2876301967" sldId="259"/>
        </pc:sldMkLst>
      </pc:sldChg>
      <pc:sldChg chg="del">
        <pc:chgData name="Bruce Korf" userId="07526266-81a3-48a5-bc27-f9a73c81d312" providerId="ADAL" clId="{637DCDB9-276E-8C49-AA92-B8B7090AF074}" dt="2022-01-10T16:54:46.606" v="963" actId="2696"/>
        <pc:sldMkLst>
          <pc:docMk/>
          <pc:sldMk cId="2948871802" sldId="260"/>
        </pc:sldMkLst>
      </pc:sldChg>
      <pc:sldChg chg="modSp mod">
        <pc:chgData name="Bruce Korf" userId="07526266-81a3-48a5-bc27-f9a73c81d312" providerId="ADAL" clId="{637DCDB9-276E-8C49-AA92-B8B7090AF074}" dt="2022-01-10T16:57:41.323" v="991" actId="113"/>
        <pc:sldMkLst>
          <pc:docMk/>
          <pc:sldMk cId="3945851792" sldId="265"/>
        </pc:sldMkLst>
        <pc:spChg chg="mod">
          <ac:chgData name="Bruce Korf" userId="07526266-81a3-48a5-bc27-f9a73c81d312" providerId="ADAL" clId="{637DCDB9-276E-8C49-AA92-B8B7090AF074}" dt="2022-01-10T16:57:41.323" v="991" actId="113"/>
          <ac:spMkLst>
            <pc:docMk/>
            <pc:sldMk cId="3945851792" sldId="265"/>
            <ac:spMk id="3" creationId="{57114D65-2450-44E2-B35A-A21D057BB4EC}"/>
          </ac:spMkLst>
        </pc:spChg>
      </pc:sldChg>
      <pc:sldChg chg="addSp delSp modSp new mod modClrScheme chgLayout">
        <pc:chgData name="Bruce Korf" userId="07526266-81a3-48a5-bc27-f9a73c81d312" providerId="ADAL" clId="{637DCDB9-276E-8C49-AA92-B8B7090AF074}" dt="2022-01-10T13:41:53.766" v="297" actId="20577"/>
        <pc:sldMkLst>
          <pc:docMk/>
          <pc:sldMk cId="1614779655" sldId="273"/>
        </pc:sldMkLst>
        <pc:spChg chg="del">
          <ac:chgData name="Bruce Korf" userId="07526266-81a3-48a5-bc27-f9a73c81d312" providerId="ADAL" clId="{637DCDB9-276E-8C49-AA92-B8B7090AF074}" dt="2022-01-10T13:35:21.708" v="1" actId="700"/>
          <ac:spMkLst>
            <pc:docMk/>
            <pc:sldMk cId="1614779655" sldId="273"/>
            <ac:spMk id="2" creationId="{29E16615-0F16-3849-886F-53E1A08A40A7}"/>
          </ac:spMkLst>
        </pc:spChg>
        <pc:spChg chg="del">
          <ac:chgData name="Bruce Korf" userId="07526266-81a3-48a5-bc27-f9a73c81d312" providerId="ADAL" clId="{637DCDB9-276E-8C49-AA92-B8B7090AF074}" dt="2022-01-10T13:35:21.708" v="1" actId="700"/>
          <ac:spMkLst>
            <pc:docMk/>
            <pc:sldMk cId="1614779655" sldId="273"/>
            <ac:spMk id="3" creationId="{FBF9F762-EE32-A848-8825-EBB4A6912F1E}"/>
          </ac:spMkLst>
        </pc:spChg>
        <pc:graphicFrameChg chg="add mod modGraphic">
          <ac:chgData name="Bruce Korf" userId="07526266-81a3-48a5-bc27-f9a73c81d312" providerId="ADAL" clId="{637DCDB9-276E-8C49-AA92-B8B7090AF074}" dt="2022-01-10T13:41:53.766" v="297" actId="20577"/>
          <ac:graphicFrameMkLst>
            <pc:docMk/>
            <pc:sldMk cId="1614779655" sldId="273"/>
            <ac:graphicFrameMk id="4" creationId="{AF97A32E-DAE0-AB43-AC46-F2C53380CDDD}"/>
          </ac:graphicFrameMkLst>
        </pc:graphicFrameChg>
      </pc:sldChg>
      <pc:sldChg chg="addSp modSp new mod modClrScheme chgLayout">
        <pc:chgData name="Bruce Korf" userId="07526266-81a3-48a5-bc27-f9a73c81d312" providerId="ADAL" clId="{637DCDB9-276E-8C49-AA92-B8B7090AF074}" dt="2022-01-10T13:47:07.905" v="761" actId="20577"/>
        <pc:sldMkLst>
          <pc:docMk/>
          <pc:sldMk cId="1640494572" sldId="274"/>
        </pc:sldMkLst>
        <pc:spChg chg="add mod">
          <ac:chgData name="Bruce Korf" userId="07526266-81a3-48a5-bc27-f9a73c81d312" providerId="ADAL" clId="{637DCDB9-276E-8C49-AA92-B8B7090AF074}" dt="2022-01-10T13:42:51.327" v="324" actId="20577"/>
          <ac:spMkLst>
            <pc:docMk/>
            <pc:sldMk cId="1640494572" sldId="274"/>
            <ac:spMk id="2" creationId="{658302B3-5986-E148-8F6E-D08027373AF4}"/>
          </ac:spMkLst>
        </pc:spChg>
        <pc:spChg chg="add mod">
          <ac:chgData name="Bruce Korf" userId="07526266-81a3-48a5-bc27-f9a73c81d312" providerId="ADAL" clId="{637DCDB9-276E-8C49-AA92-B8B7090AF074}" dt="2022-01-10T13:47:07.905" v="761" actId="20577"/>
          <ac:spMkLst>
            <pc:docMk/>
            <pc:sldMk cId="1640494572" sldId="274"/>
            <ac:spMk id="3" creationId="{6DDA4246-F4E7-FA4D-A23C-B0E2BC32FF86}"/>
          </ac:spMkLst>
        </pc:spChg>
      </pc:sldChg>
      <pc:sldChg chg="addSp delSp modSp new mod modClrScheme chgLayout">
        <pc:chgData name="Bruce Korf" userId="07526266-81a3-48a5-bc27-f9a73c81d312" providerId="ADAL" clId="{637DCDB9-276E-8C49-AA92-B8B7090AF074}" dt="2022-01-10T13:50:20.825" v="810" actId="1076"/>
        <pc:sldMkLst>
          <pc:docMk/>
          <pc:sldMk cId="297021609" sldId="275"/>
        </pc:sldMkLst>
        <pc:spChg chg="del mod ord">
          <ac:chgData name="Bruce Korf" userId="07526266-81a3-48a5-bc27-f9a73c81d312" providerId="ADAL" clId="{637DCDB9-276E-8C49-AA92-B8B7090AF074}" dt="2022-01-10T13:48:06.203" v="763" actId="700"/>
          <ac:spMkLst>
            <pc:docMk/>
            <pc:sldMk cId="297021609" sldId="275"/>
            <ac:spMk id="2" creationId="{7CAEDBEF-480C-844C-B7B5-2A76B1B43708}"/>
          </ac:spMkLst>
        </pc:spChg>
        <pc:spChg chg="del">
          <ac:chgData name="Bruce Korf" userId="07526266-81a3-48a5-bc27-f9a73c81d312" providerId="ADAL" clId="{637DCDB9-276E-8C49-AA92-B8B7090AF074}" dt="2022-01-10T13:48:06.203" v="763" actId="700"/>
          <ac:spMkLst>
            <pc:docMk/>
            <pc:sldMk cId="297021609" sldId="275"/>
            <ac:spMk id="3" creationId="{0BBCFF58-184B-9642-913E-71DA34735E92}"/>
          </ac:spMkLst>
        </pc:spChg>
        <pc:spChg chg="add mod ord">
          <ac:chgData name="Bruce Korf" userId="07526266-81a3-48a5-bc27-f9a73c81d312" providerId="ADAL" clId="{637DCDB9-276E-8C49-AA92-B8B7090AF074}" dt="2022-01-10T13:49:54.936" v="804" actId="20577"/>
          <ac:spMkLst>
            <pc:docMk/>
            <pc:sldMk cId="297021609" sldId="275"/>
            <ac:spMk id="4" creationId="{250632AA-C1D1-974A-B4A1-56801D8FEDE4}"/>
          </ac:spMkLst>
        </pc:spChg>
        <pc:spChg chg="add mod">
          <ac:chgData name="Bruce Korf" userId="07526266-81a3-48a5-bc27-f9a73c81d312" providerId="ADAL" clId="{637DCDB9-276E-8C49-AA92-B8B7090AF074}" dt="2022-01-10T13:50:20.825" v="810" actId="1076"/>
          <ac:spMkLst>
            <pc:docMk/>
            <pc:sldMk cId="297021609" sldId="275"/>
            <ac:spMk id="7" creationId="{9DA17A28-7AAD-9D4B-AFA3-FF431BAA1985}"/>
          </ac:spMkLst>
        </pc:spChg>
        <pc:picChg chg="add mod">
          <ac:chgData name="Bruce Korf" userId="07526266-81a3-48a5-bc27-f9a73c81d312" providerId="ADAL" clId="{637DCDB9-276E-8C49-AA92-B8B7090AF074}" dt="2022-01-10T13:50:16.442" v="809" actId="1076"/>
          <ac:picMkLst>
            <pc:docMk/>
            <pc:sldMk cId="297021609" sldId="275"/>
            <ac:picMk id="1026" creationId="{DD81DD93-6D6A-B841-9CA8-15EE5FE721E7}"/>
          </ac:picMkLst>
        </pc:picChg>
      </pc:sldChg>
      <pc:sldChg chg="addSp delSp modSp new mod modAnim">
        <pc:chgData name="Bruce Korf" userId="07526266-81a3-48a5-bc27-f9a73c81d312" providerId="ADAL" clId="{637DCDB9-276E-8C49-AA92-B8B7090AF074}" dt="2022-01-10T16:55:49.138" v="970" actId="14100"/>
        <pc:sldMkLst>
          <pc:docMk/>
          <pc:sldMk cId="3930491769" sldId="276"/>
        </pc:sldMkLst>
        <pc:spChg chg="mod">
          <ac:chgData name="Bruce Korf" userId="07526266-81a3-48a5-bc27-f9a73c81d312" providerId="ADAL" clId="{637DCDB9-276E-8C49-AA92-B8B7090AF074}" dt="2022-01-10T16:48:24.544" v="947" actId="20577"/>
          <ac:spMkLst>
            <pc:docMk/>
            <pc:sldMk cId="3930491769" sldId="276"/>
            <ac:spMk id="2" creationId="{53C7BC08-FF93-724F-A71B-D23741EB6EC1}"/>
          </ac:spMkLst>
        </pc:spChg>
        <pc:spChg chg="add del">
          <ac:chgData name="Bruce Korf" userId="07526266-81a3-48a5-bc27-f9a73c81d312" providerId="ADAL" clId="{637DCDB9-276E-8C49-AA92-B8B7090AF074}" dt="2022-01-10T14:59:57.473" v="911" actId="478"/>
          <ac:spMkLst>
            <pc:docMk/>
            <pc:sldMk cId="3930491769" sldId="276"/>
            <ac:spMk id="5" creationId="{9C291101-626C-0F4C-B1B5-E7C1C0AC7D99}"/>
          </ac:spMkLst>
        </pc:spChg>
        <pc:spChg chg="add mod">
          <ac:chgData name="Bruce Korf" userId="07526266-81a3-48a5-bc27-f9a73c81d312" providerId="ADAL" clId="{637DCDB9-276E-8C49-AA92-B8B7090AF074}" dt="2022-01-10T16:55:49.138" v="970" actId="14100"/>
          <ac:spMkLst>
            <pc:docMk/>
            <pc:sldMk cId="3930491769" sldId="276"/>
            <ac:spMk id="10" creationId="{6EB2D8EB-3CBF-8247-B054-F610091D8538}"/>
          </ac:spMkLst>
        </pc:spChg>
        <pc:spChg chg="add mod">
          <ac:chgData name="Bruce Korf" userId="07526266-81a3-48a5-bc27-f9a73c81d312" providerId="ADAL" clId="{637DCDB9-276E-8C49-AA92-B8B7090AF074}" dt="2022-01-10T16:49:33.237" v="951" actId="1076"/>
          <ac:spMkLst>
            <pc:docMk/>
            <pc:sldMk cId="3930491769" sldId="276"/>
            <ac:spMk id="11" creationId="{887F5ACC-C56F-7F49-949D-0C16A0B31C9E}"/>
          </ac:spMkLst>
        </pc:spChg>
        <pc:spChg chg="add mod">
          <ac:chgData name="Bruce Korf" userId="07526266-81a3-48a5-bc27-f9a73c81d312" providerId="ADAL" clId="{637DCDB9-276E-8C49-AA92-B8B7090AF074}" dt="2022-01-10T16:50:07.821" v="956" actId="1076"/>
          <ac:spMkLst>
            <pc:docMk/>
            <pc:sldMk cId="3930491769" sldId="276"/>
            <ac:spMk id="12" creationId="{FE8BF1B5-6964-E341-A5D3-03BCF13AAE36}"/>
          </ac:spMkLst>
        </pc:spChg>
        <pc:spChg chg="add del mod">
          <ac:chgData name="Bruce Korf" userId="07526266-81a3-48a5-bc27-f9a73c81d312" providerId="ADAL" clId="{637DCDB9-276E-8C49-AA92-B8B7090AF074}" dt="2022-01-10T16:55:22.553" v="968"/>
          <ac:spMkLst>
            <pc:docMk/>
            <pc:sldMk cId="3930491769" sldId="276"/>
            <ac:spMk id="13" creationId="{3426605F-7147-C14A-B00B-66CDCB905EBB}"/>
          </ac:spMkLst>
        </pc:spChg>
        <pc:picChg chg="add del mod">
          <ac:chgData name="Bruce Korf" userId="07526266-81a3-48a5-bc27-f9a73c81d312" providerId="ADAL" clId="{637DCDB9-276E-8C49-AA92-B8B7090AF074}" dt="2022-01-10T16:47:25.617" v="917" actId="478"/>
          <ac:picMkLst>
            <pc:docMk/>
            <pc:sldMk cId="3930491769" sldId="276"/>
            <ac:picMk id="6" creationId="{0930068B-B4B8-1743-AF66-B1F0AFC308BE}"/>
          </ac:picMkLst>
        </pc:picChg>
        <pc:picChg chg="add mod">
          <ac:chgData name="Bruce Korf" userId="07526266-81a3-48a5-bc27-f9a73c81d312" providerId="ADAL" clId="{637DCDB9-276E-8C49-AA92-B8B7090AF074}" dt="2022-01-10T16:55:41.451" v="969" actId="167"/>
          <ac:picMkLst>
            <pc:docMk/>
            <pc:sldMk cId="3930491769" sldId="276"/>
            <ac:picMk id="8" creationId="{B778D916-160B-494E-AF88-17719D9B6B8A}"/>
          </ac:picMkLst>
        </pc:picChg>
        <pc:picChg chg="add mod">
          <ac:chgData name="Bruce Korf" userId="07526266-81a3-48a5-bc27-f9a73c81d312" providerId="ADAL" clId="{637DCDB9-276E-8C49-AA92-B8B7090AF074}" dt="2022-01-10T16:50:09.954" v="957" actId="1076"/>
          <ac:picMkLst>
            <pc:docMk/>
            <pc:sldMk cId="3930491769" sldId="276"/>
            <ac:picMk id="2049" creationId="{29528E00-F328-A840-8188-ECD4579A07EC}"/>
          </ac:picMkLst>
        </pc:picChg>
      </pc:sldChg>
      <pc:sldChg chg="addSp delSp modSp new mod">
        <pc:chgData name="Bruce Korf" userId="07526266-81a3-48a5-bc27-f9a73c81d312" providerId="ADAL" clId="{637DCDB9-276E-8C49-AA92-B8B7090AF074}" dt="2022-01-10T13:57:09.991" v="907" actId="1076"/>
        <pc:sldMkLst>
          <pc:docMk/>
          <pc:sldMk cId="1652652542" sldId="277"/>
        </pc:sldMkLst>
        <pc:spChg chg="mod">
          <ac:chgData name="Bruce Korf" userId="07526266-81a3-48a5-bc27-f9a73c81d312" providerId="ADAL" clId="{637DCDB9-276E-8C49-AA92-B8B7090AF074}" dt="2022-01-10T13:56:17.659" v="865" actId="20577"/>
          <ac:spMkLst>
            <pc:docMk/>
            <pc:sldMk cId="1652652542" sldId="277"/>
            <ac:spMk id="2" creationId="{E73C4BF1-27AE-E745-A7C8-905C20A611F7}"/>
          </ac:spMkLst>
        </pc:spChg>
        <pc:spChg chg="add mod">
          <ac:chgData name="Bruce Korf" userId="07526266-81a3-48a5-bc27-f9a73c81d312" providerId="ADAL" clId="{637DCDB9-276E-8C49-AA92-B8B7090AF074}" dt="2022-01-10T13:57:09.991" v="907" actId="1076"/>
          <ac:spMkLst>
            <pc:docMk/>
            <pc:sldMk cId="1652652542" sldId="277"/>
            <ac:spMk id="5" creationId="{EAF87542-039E-AA43-9668-4097CDC8456A}"/>
          </ac:spMkLst>
        </pc:spChg>
        <pc:spChg chg="add mod">
          <ac:chgData name="Bruce Korf" userId="07526266-81a3-48a5-bc27-f9a73c81d312" providerId="ADAL" clId="{637DCDB9-276E-8C49-AA92-B8B7090AF074}" dt="2022-01-10T13:56:25.619" v="867" actId="403"/>
          <ac:spMkLst>
            <pc:docMk/>
            <pc:sldMk cId="1652652542" sldId="277"/>
            <ac:spMk id="9" creationId="{B0891971-95C2-F743-9B45-562FE77FCCF4}"/>
          </ac:spMkLst>
        </pc:spChg>
        <pc:spChg chg="add mod">
          <ac:chgData name="Bruce Korf" userId="07526266-81a3-48a5-bc27-f9a73c81d312" providerId="ADAL" clId="{637DCDB9-276E-8C49-AA92-B8B7090AF074}" dt="2022-01-10T13:56:07.262" v="839" actId="1076"/>
          <ac:spMkLst>
            <pc:docMk/>
            <pc:sldMk cId="1652652542" sldId="277"/>
            <ac:spMk id="12" creationId="{DD407417-A939-5642-A1FF-B12ECA163EB7}"/>
          </ac:spMkLst>
        </pc:spChg>
        <pc:picChg chg="add del mod">
          <ac:chgData name="Bruce Korf" userId="07526266-81a3-48a5-bc27-f9a73c81d312" providerId="ADAL" clId="{637DCDB9-276E-8C49-AA92-B8B7090AF074}" dt="2022-01-10T13:52:54.082" v="822" actId="478"/>
          <ac:picMkLst>
            <pc:docMk/>
            <pc:sldMk cId="1652652542" sldId="277"/>
            <ac:picMk id="3073" creationId="{48525F4E-35D8-4340-A7F3-A10D30C27E7D}"/>
          </ac:picMkLst>
        </pc:picChg>
        <pc:picChg chg="add mod">
          <ac:chgData name="Bruce Korf" userId="07526266-81a3-48a5-bc27-f9a73c81d312" providerId="ADAL" clId="{637DCDB9-276E-8C49-AA92-B8B7090AF074}" dt="2022-01-10T13:56:29.854" v="868" actId="1076"/>
          <ac:picMkLst>
            <pc:docMk/>
            <pc:sldMk cId="1652652542" sldId="277"/>
            <ac:picMk id="3074" creationId="{A1102FD4-F5E1-D945-8D38-94AB1400118F}"/>
          </ac:picMkLst>
        </pc:picChg>
        <pc:picChg chg="add mod">
          <ac:chgData name="Bruce Korf" userId="07526266-81a3-48a5-bc27-f9a73c81d312" providerId="ADAL" clId="{637DCDB9-276E-8C49-AA92-B8B7090AF074}" dt="2022-01-10T13:52:46.990" v="820" actId="14100"/>
          <ac:picMkLst>
            <pc:docMk/>
            <pc:sldMk cId="1652652542" sldId="277"/>
            <ac:picMk id="3075" creationId="{85AF8DD9-EA2B-8745-A14A-3BE32FE8A981}"/>
          </ac:picMkLst>
        </pc:picChg>
        <pc:picChg chg="add mod">
          <ac:chgData name="Bruce Korf" userId="07526266-81a3-48a5-bc27-f9a73c81d312" providerId="ADAL" clId="{637DCDB9-276E-8C49-AA92-B8B7090AF074}" dt="2022-01-10T13:52:46.990" v="820" actId="14100"/>
          <ac:picMkLst>
            <pc:docMk/>
            <pc:sldMk cId="1652652542" sldId="277"/>
            <ac:picMk id="3076" creationId="{86F67185-18C4-BF45-88E1-145585FC25A9}"/>
          </ac:picMkLst>
        </pc:picChg>
        <pc:picChg chg="add mod">
          <ac:chgData name="Bruce Korf" userId="07526266-81a3-48a5-bc27-f9a73c81d312" providerId="ADAL" clId="{637DCDB9-276E-8C49-AA92-B8B7090AF074}" dt="2022-01-10T13:52:46.990" v="820" actId="14100"/>
          <ac:picMkLst>
            <pc:docMk/>
            <pc:sldMk cId="1652652542" sldId="277"/>
            <ac:picMk id="3077" creationId="{702A190C-048F-164C-BEB7-1A4B58BCFB3B}"/>
          </ac:picMkLst>
        </pc:picChg>
        <pc:picChg chg="add mod">
          <ac:chgData name="Bruce Korf" userId="07526266-81a3-48a5-bc27-f9a73c81d312" providerId="ADAL" clId="{637DCDB9-276E-8C49-AA92-B8B7090AF074}" dt="2022-01-10T13:55:31.763" v="828" actId="1076"/>
          <ac:picMkLst>
            <pc:docMk/>
            <pc:sldMk cId="1652652542" sldId="277"/>
            <ac:picMk id="3079" creationId="{4B783982-6FE0-A04C-A580-C277EEA79E34}"/>
          </ac:picMkLst>
        </pc:picChg>
      </pc:sldChg>
      <pc:sldChg chg="addSp modSp new mod setBg">
        <pc:chgData name="Bruce Korf" userId="07526266-81a3-48a5-bc27-f9a73c81d312" providerId="ADAL" clId="{637DCDB9-276E-8C49-AA92-B8B7090AF074}" dt="2022-01-10T17:07:46.647" v="1192" actId="1076"/>
        <pc:sldMkLst>
          <pc:docMk/>
          <pc:sldMk cId="3143129793" sldId="278"/>
        </pc:sldMkLst>
        <pc:spChg chg="mod">
          <ac:chgData name="Bruce Korf" userId="07526266-81a3-48a5-bc27-f9a73c81d312" providerId="ADAL" clId="{637DCDB9-276E-8C49-AA92-B8B7090AF074}" dt="2022-01-10T17:03:36.680" v="1055" actId="26606"/>
          <ac:spMkLst>
            <pc:docMk/>
            <pc:sldMk cId="3143129793" sldId="278"/>
            <ac:spMk id="2" creationId="{F76C84CC-227F-6540-BFEF-5CE5C702DEA0}"/>
          </ac:spMkLst>
        </pc:spChg>
        <pc:spChg chg="add mod">
          <ac:chgData name="Bruce Korf" userId="07526266-81a3-48a5-bc27-f9a73c81d312" providerId="ADAL" clId="{637DCDB9-276E-8C49-AA92-B8B7090AF074}" dt="2022-01-10T17:05:32.638" v="1168" actId="1076"/>
          <ac:spMkLst>
            <pc:docMk/>
            <pc:sldMk cId="3143129793" sldId="278"/>
            <ac:spMk id="10" creationId="{5DEF0DE7-DDEF-FE43-9486-649838411EBE}"/>
          </ac:spMkLst>
        </pc:spChg>
        <pc:spChg chg="add">
          <ac:chgData name="Bruce Korf" userId="07526266-81a3-48a5-bc27-f9a73c81d312" providerId="ADAL" clId="{637DCDB9-276E-8C49-AA92-B8B7090AF074}" dt="2022-01-10T17:03:36.680" v="1055" actId="26606"/>
          <ac:spMkLst>
            <pc:docMk/>
            <pc:sldMk cId="3143129793" sldId="278"/>
            <ac:spMk id="12" creationId="{B819A166-7571-4003-A6B8-B62034C3ED30}"/>
          </ac:spMkLst>
        </pc:spChg>
        <pc:spChg chg="add mod">
          <ac:chgData name="Bruce Korf" userId="07526266-81a3-48a5-bc27-f9a73c81d312" providerId="ADAL" clId="{637DCDB9-276E-8C49-AA92-B8B7090AF074}" dt="2022-01-10T17:05:44.122" v="1171" actId="1076"/>
          <ac:spMkLst>
            <pc:docMk/>
            <pc:sldMk cId="3143129793" sldId="278"/>
            <ac:spMk id="13" creationId="{3255008A-B4F0-5B40-8A5B-F736687BD998}"/>
          </ac:spMkLst>
        </pc:spChg>
        <pc:spChg chg="add mod">
          <ac:chgData name="Bruce Korf" userId="07526266-81a3-48a5-bc27-f9a73c81d312" providerId="ADAL" clId="{637DCDB9-276E-8C49-AA92-B8B7090AF074}" dt="2022-01-10T17:05:54.405" v="1173" actId="1076"/>
          <ac:spMkLst>
            <pc:docMk/>
            <pc:sldMk cId="3143129793" sldId="278"/>
            <ac:spMk id="14" creationId="{A9F9C8D0-A7B5-3241-BB84-D13414BD47E0}"/>
          </ac:spMkLst>
        </pc:spChg>
        <pc:spChg chg="add mod">
          <ac:chgData name="Bruce Korf" userId="07526266-81a3-48a5-bc27-f9a73c81d312" providerId="ADAL" clId="{637DCDB9-276E-8C49-AA92-B8B7090AF074}" dt="2022-01-10T17:06:04.092" v="1175" actId="1076"/>
          <ac:spMkLst>
            <pc:docMk/>
            <pc:sldMk cId="3143129793" sldId="278"/>
            <ac:spMk id="15" creationId="{5F490EAC-85B7-C146-BC58-17DB82EDFA4B}"/>
          </ac:spMkLst>
        </pc:spChg>
        <pc:spChg chg="add mod">
          <ac:chgData name="Bruce Korf" userId="07526266-81a3-48a5-bc27-f9a73c81d312" providerId="ADAL" clId="{637DCDB9-276E-8C49-AA92-B8B7090AF074}" dt="2022-01-10T17:07:15.529" v="1191" actId="14100"/>
          <ac:spMkLst>
            <pc:docMk/>
            <pc:sldMk cId="3143129793" sldId="278"/>
            <ac:spMk id="16" creationId="{17C2B8AA-DB65-2E45-B515-94701A802363}"/>
          </ac:spMkLst>
        </pc:spChg>
        <pc:spChg chg="add mod">
          <ac:chgData name="Bruce Korf" userId="07526266-81a3-48a5-bc27-f9a73c81d312" providerId="ADAL" clId="{637DCDB9-276E-8C49-AA92-B8B7090AF074}" dt="2022-01-10T17:06:25.058" v="1184" actId="1076"/>
          <ac:spMkLst>
            <pc:docMk/>
            <pc:sldMk cId="3143129793" sldId="278"/>
            <ac:spMk id="17" creationId="{56D3C319-B292-E24A-9A5E-1EBCF5929D19}"/>
          </ac:spMkLst>
        </pc:spChg>
        <pc:spChg chg="add mod">
          <ac:chgData name="Bruce Korf" userId="07526266-81a3-48a5-bc27-f9a73c81d312" providerId="ADAL" clId="{637DCDB9-276E-8C49-AA92-B8B7090AF074}" dt="2022-01-10T17:06:37.608" v="1186" actId="1076"/>
          <ac:spMkLst>
            <pc:docMk/>
            <pc:sldMk cId="3143129793" sldId="278"/>
            <ac:spMk id="18" creationId="{389F0575-CB94-6E4D-9C98-BAFB6F87B4CE}"/>
          </ac:spMkLst>
        </pc:spChg>
        <pc:spChg chg="add mod">
          <ac:chgData name="Bruce Korf" userId="07526266-81a3-48a5-bc27-f9a73c81d312" providerId="ADAL" clId="{637DCDB9-276E-8C49-AA92-B8B7090AF074}" dt="2022-01-10T17:06:46.076" v="1188" actId="1076"/>
          <ac:spMkLst>
            <pc:docMk/>
            <pc:sldMk cId="3143129793" sldId="278"/>
            <ac:spMk id="19" creationId="{5C5CF013-4D01-D242-8DFD-2D525B2B9CCE}"/>
          </ac:spMkLst>
        </pc:spChg>
        <pc:spChg chg="add mod">
          <ac:chgData name="Bruce Korf" userId="07526266-81a3-48a5-bc27-f9a73c81d312" providerId="ADAL" clId="{637DCDB9-276E-8C49-AA92-B8B7090AF074}" dt="2022-01-10T17:07:01.362" v="1190" actId="1076"/>
          <ac:spMkLst>
            <pc:docMk/>
            <pc:sldMk cId="3143129793" sldId="278"/>
            <ac:spMk id="20" creationId="{9B5344F7-D586-9848-A378-9BE2C9D02F45}"/>
          </ac:spMkLst>
        </pc:spChg>
        <pc:grpChg chg="add mod">
          <ac:chgData name="Bruce Korf" userId="07526266-81a3-48a5-bc27-f9a73c81d312" providerId="ADAL" clId="{637DCDB9-276E-8C49-AA92-B8B7090AF074}" dt="2022-01-10T17:04:35.187" v="1059" actId="14100"/>
          <ac:grpSpMkLst>
            <pc:docMk/>
            <pc:sldMk cId="3143129793" sldId="278"/>
            <ac:grpSpMk id="7" creationId="{0C831F14-6CA3-E64E-8011-77899A19DB23}"/>
          </ac:grpSpMkLst>
        </pc:grpChg>
        <pc:picChg chg="add mod modCrop">
          <ac:chgData name="Bruce Korf" userId="07526266-81a3-48a5-bc27-f9a73c81d312" providerId="ADAL" clId="{637DCDB9-276E-8C49-AA92-B8B7090AF074}" dt="2022-01-10T17:03:04.079" v="1051" actId="732"/>
          <ac:picMkLst>
            <pc:docMk/>
            <pc:sldMk cId="3143129793" sldId="278"/>
            <ac:picMk id="4" creationId="{49A46AA6-0EA5-D841-BABD-5AE3627F2365}"/>
          </ac:picMkLst>
        </pc:picChg>
        <pc:picChg chg="add mod modCrop">
          <ac:chgData name="Bruce Korf" userId="07526266-81a3-48a5-bc27-f9a73c81d312" providerId="ADAL" clId="{637DCDB9-276E-8C49-AA92-B8B7090AF074}" dt="2022-01-10T17:03:15.396" v="1053" actId="1076"/>
          <ac:picMkLst>
            <pc:docMk/>
            <pc:sldMk cId="3143129793" sldId="278"/>
            <ac:picMk id="6" creationId="{993EC04E-56D5-8746-AFFD-9D781B0553B0}"/>
          </ac:picMkLst>
        </pc:picChg>
        <pc:picChg chg="add mod">
          <ac:chgData name="Bruce Korf" userId="07526266-81a3-48a5-bc27-f9a73c81d312" providerId="ADAL" clId="{637DCDB9-276E-8C49-AA92-B8B7090AF074}" dt="2022-01-10T17:07:46.647" v="1192" actId="1076"/>
          <ac:picMkLst>
            <pc:docMk/>
            <pc:sldMk cId="3143129793" sldId="278"/>
            <ac:picMk id="9" creationId="{463A7670-170A-8144-83CB-574E0A5F265E}"/>
          </ac:picMkLst>
        </pc:picChg>
      </pc:sldChg>
    </pc:docChg>
  </pc:docChgLst>
  <pc:docChgLst>
    <pc:chgData name="Foksinska, Aleksandra" userId="S::afoksin@uab.edu::c71d2fd9-54a7-499a-9ad3-edec58574ec5" providerId="AD" clId="Web-{49853538-8482-4250-B73A-6871EC817B8B}"/>
    <pc:docChg chg="addSld modSld sldOrd">
      <pc:chgData name="Foksinska, Aleksandra" userId="S::afoksin@uab.edu::c71d2fd9-54a7-499a-9ad3-edec58574ec5" providerId="AD" clId="Web-{49853538-8482-4250-B73A-6871EC817B8B}" dt="2021-11-29T23:36:17.485" v="804" actId="20577"/>
      <pc:docMkLst>
        <pc:docMk/>
      </pc:docMkLst>
      <pc:sldChg chg="modSp">
        <pc:chgData name="Foksinska, Aleksandra" userId="S::afoksin@uab.edu::c71d2fd9-54a7-499a-9ad3-edec58574ec5" providerId="AD" clId="Web-{49853538-8482-4250-B73A-6871EC817B8B}" dt="2021-11-29T22:54:32.293" v="16"/>
        <pc:sldMkLst>
          <pc:docMk/>
          <pc:sldMk cId="109857222" sldId="256"/>
        </pc:sldMkLst>
        <pc:spChg chg="mod">
          <ac:chgData name="Foksinska, Aleksandra" userId="S::afoksin@uab.edu::c71d2fd9-54a7-499a-9ad3-edec58574ec5" providerId="AD" clId="Web-{49853538-8482-4250-B73A-6871EC817B8B}" dt="2021-11-29T22:54:18.246" v="11" actId="20577"/>
          <ac:spMkLst>
            <pc:docMk/>
            <pc:sldMk cId="109857222" sldId="256"/>
            <ac:spMk id="2" creationId="{00000000-0000-0000-0000-000000000000}"/>
          </ac:spMkLst>
        </pc:spChg>
        <pc:spChg chg="mod">
          <ac:chgData name="Foksinska, Aleksandra" userId="S::afoksin@uab.edu::c71d2fd9-54a7-499a-9ad3-edec58574ec5" providerId="AD" clId="Web-{49853538-8482-4250-B73A-6871EC817B8B}" dt="2021-11-29T22:54:32.293" v="16"/>
          <ac:spMkLst>
            <pc:docMk/>
            <pc:sldMk cId="109857222" sldId="256"/>
            <ac:spMk id="3" creationId="{00000000-0000-0000-0000-000000000000}"/>
          </ac:spMkLst>
        </pc:spChg>
      </pc:sldChg>
      <pc:sldChg chg="modSp new">
        <pc:chgData name="Foksinska, Aleksandra" userId="S::afoksin@uab.edu::c71d2fd9-54a7-499a-9ad3-edec58574ec5" providerId="AD" clId="Web-{49853538-8482-4250-B73A-6871EC817B8B}" dt="2021-11-29T22:58:35.627" v="165" actId="20577"/>
        <pc:sldMkLst>
          <pc:docMk/>
          <pc:sldMk cId="3018763032" sldId="257"/>
        </pc:sldMkLst>
        <pc:spChg chg="mod">
          <ac:chgData name="Foksinska, Aleksandra" userId="S::afoksin@uab.edu::c71d2fd9-54a7-499a-9ad3-edec58574ec5" providerId="AD" clId="Web-{49853538-8482-4250-B73A-6871EC817B8B}" dt="2021-11-29T22:55:09.872" v="39" actId="20577"/>
          <ac:spMkLst>
            <pc:docMk/>
            <pc:sldMk cId="3018763032" sldId="257"/>
            <ac:spMk id="2" creationId="{B54805E7-BFA3-40D1-9145-2ACC1D627BFF}"/>
          </ac:spMkLst>
        </pc:spChg>
        <pc:spChg chg="mod">
          <ac:chgData name="Foksinska, Aleksandra" userId="S::afoksin@uab.edu::c71d2fd9-54a7-499a-9ad3-edec58574ec5" providerId="AD" clId="Web-{49853538-8482-4250-B73A-6871EC817B8B}" dt="2021-11-29T22:58:35.627" v="165" actId="20577"/>
          <ac:spMkLst>
            <pc:docMk/>
            <pc:sldMk cId="3018763032" sldId="257"/>
            <ac:spMk id="3" creationId="{3DD008DA-6EF8-4365-86D2-9640D5862EA2}"/>
          </ac:spMkLst>
        </pc:spChg>
      </pc:sldChg>
      <pc:sldChg chg="delSp modSp new ord">
        <pc:chgData name="Foksinska, Aleksandra" userId="S::afoksin@uab.edu::c71d2fd9-54a7-499a-9ad3-edec58574ec5" providerId="AD" clId="Web-{49853538-8482-4250-B73A-6871EC817B8B}" dt="2021-11-29T22:54:58.372" v="27" actId="14100"/>
        <pc:sldMkLst>
          <pc:docMk/>
          <pc:sldMk cId="3217949366" sldId="258"/>
        </pc:sldMkLst>
        <pc:spChg chg="mod">
          <ac:chgData name="Foksinska, Aleksandra" userId="S::afoksin@uab.edu::c71d2fd9-54a7-499a-9ad3-edec58574ec5" providerId="AD" clId="Web-{49853538-8482-4250-B73A-6871EC817B8B}" dt="2021-11-29T22:54:58.372" v="27" actId="14100"/>
          <ac:spMkLst>
            <pc:docMk/>
            <pc:sldMk cId="3217949366" sldId="258"/>
            <ac:spMk id="2" creationId="{8FEB170D-0558-4CB7-ACC7-19CDE1B59702}"/>
          </ac:spMkLst>
        </pc:spChg>
        <pc:spChg chg="del">
          <ac:chgData name="Foksinska, Aleksandra" userId="S::afoksin@uab.edu::c71d2fd9-54a7-499a-9ad3-edec58574ec5" providerId="AD" clId="Web-{49853538-8482-4250-B73A-6871EC817B8B}" dt="2021-11-29T22:54:54.512" v="26"/>
          <ac:spMkLst>
            <pc:docMk/>
            <pc:sldMk cId="3217949366" sldId="258"/>
            <ac:spMk id="3" creationId="{63D8778C-8449-4D0A-83EF-5BA64A5AF87B}"/>
          </ac:spMkLst>
        </pc:spChg>
      </pc:sldChg>
      <pc:sldChg chg="addSp modSp new">
        <pc:chgData name="Foksinska, Aleksandra" userId="S::afoksin@uab.edu::c71d2fd9-54a7-499a-9ad3-edec58574ec5" providerId="AD" clId="Web-{49853538-8482-4250-B73A-6871EC817B8B}" dt="2021-11-29T23:11:44.706" v="736"/>
        <pc:sldMkLst>
          <pc:docMk/>
          <pc:sldMk cId="2876301967" sldId="259"/>
        </pc:sldMkLst>
        <pc:spChg chg="mod">
          <ac:chgData name="Foksinska, Aleksandra" userId="S::afoksin@uab.edu::c71d2fd9-54a7-499a-9ad3-edec58574ec5" providerId="AD" clId="Web-{49853538-8482-4250-B73A-6871EC817B8B}" dt="2021-11-29T22:58:41.892" v="170" actId="20577"/>
          <ac:spMkLst>
            <pc:docMk/>
            <pc:sldMk cId="2876301967" sldId="259"/>
            <ac:spMk id="2" creationId="{B2EADAC4-9107-46CC-83D5-EE1BEB581B10}"/>
          </ac:spMkLst>
        </pc:spChg>
        <pc:graphicFrameChg chg="add mod modGraphic">
          <ac:chgData name="Foksinska, Aleksandra" userId="S::afoksin@uab.edu::c71d2fd9-54a7-499a-9ad3-edec58574ec5" providerId="AD" clId="Web-{49853538-8482-4250-B73A-6871EC817B8B}" dt="2021-11-29T23:11:44.706" v="736"/>
          <ac:graphicFrameMkLst>
            <pc:docMk/>
            <pc:sldMk cId="2876301967" sldId="259"/>
            <ac:graphicFrameMk id="3" creationId="{4FF696DF-FF4A-4098-AE65-4FC19F4C4DDA}"/>
          </ac:graphicFrameMkLst>
        </pc:graphicFrameChg>
      </pc:sldChg>
      <pc:sldChg chg="addSp modSp new mod modClrScheme chgLayout">
        <pc:chgData name="Foksinska, Aleksandra" userId="S::afoksin@uab.edu::c71d2fd9-54a7-499a-9ad3-edec58574ec5" providerId="AD" clId="Web-{49853538-8482-4250-B73A-6871EC817B8B}" dt="2021-11-29T23:33:46.930" v="773" actId="20577"/>
        <pc:sldMkLst>
          <pc:docMk/>
          <pc:sldMk cId="2948871802" sldId="260"/>
        </pc:sldMkLst>
        <pc:spChg chg="mod ord">
          <ac:chgData name="Foksinska, Aleksandra" userId="S::afoksin@uab.edu::c71d2fd9-54a7-499a-9ad3-edec58574ec5" providerId="AD" clId="Web-{49853538-8482-4250-B73A-6871EC817B8B}" dt="2021-11-29T23:33:46.930" v="773" actId="20577"/>
          <ac:spMkLst>
            <pc:docMk/>
            <pc:sldMk cId="2948871802" sldId="260"/>
            <ac:spMk id="2" creationId="{35A7A1DC-1A4F-49D3-A8FC-D93805B310AA}"/>
          </ac:spMkLst>
        </pc:spChg>
        <pc:spChg chg="add mod ord">
          <ac:chgData name="Foksinska, Aleksandra" userId="S::afoksin@uab.edu::c71d2fd9-54a7-499a-9ad3-edec58574ec5" providerId="AD" clId="Web-{49853538-8482-4250-B73A-6871EC817B8B}" dt="2021-11-29T23:33:27.070" v="767" actId="20577"/>
          <ac:spMkLst>
            <pc:docMk/>
            <pc:sldMk cId="2948871802" sldId="260"/>
            <ac:spMk id="3" creationId="{8D3192CF-0475-41D9-815B-D1589410A9D6}"/>
          </ac:spMkLst>
        </pc:spChg>
      </pc:sldChg>
      <pc:sldChg chg="modSp new ord">
        <pc:chgData name="Foksinska, Aleksandra" userId="S::afoksin@uab.edu::c71d2fd9-54a7-499a-9ad3-edec58574ec5" providerId="AD" clId="Web-{49853538-8482-4250-B73A-6871EC817B8B}" dt="2021-11-29T23:12:40.051" v="756" actId="20577"/>
        <pc:sldMkLst>
          <pc:docMk/>
          <pc:sldMk cId="3035961808" sldId="261"/>
        </pc:sldMkLst>
        <pc:spChg chg="mod">
          <ac:chgData name="Foksinska, Aleksandra" userId="S::afoksin@uab.edu::c71d2fd9-54a7-499a-9ad3-edec58574ec5" providerId="AD" clId="Web-{49853538-8482-4250-B73A-6871EC817B8B}" dt="2021-11-29T23:12:40.051" v="756" actId="20577"/>
          <ac:spMkLst>
            <pc:docMk/>
            <pc:sldMk cId="3035961808" sldId="261"/>
            <ac:spMk id="2" creationId="{11B6C16F-1DC4-49DA-8A42-BB46094BBD00}"/>
          </ac:spMkLst>
        </pc:spChg>
        <pc:spChg chg="mod">
          <ac:chgData name="Foksinska, Aleksandra" userId="S::afoksin@uab.edu::c71d2fd9-54a7-499a-9ad3-edec58574ec5" providerId="AD" clId="Web-{49853538-8482-4250-B73A-6871EC817B8B}" dt="2021-11-29T23:12:33.238" v="745" actId="20577"/>
          <ac:spMkLst>
            <pc:docMk/>
            <pc:sldMk cId="3035961808" sldId="261"/>
            <ac:spMk id="3" creationId="{B4E9CE25-5541-418C-B68E-93D975123E0F}"/>
          </ac:spMkLst>
        </pc:spChg>
      </pc:sldChg>
      <pc:sldChg chg="modSp new modNotes">
        <pc:chgData name="Foksinska, Aleksandra" userId="S::afoksin@uab.edu::c71d2fd9-54a7-499a-9ad3-edec58574ec5" providerId="AD" clId="Web-{49853538-8482-4250-B73A-6871EC817B8B}" dt="2021-11-29T23:36:17.485" v="804" actId="20577"/>
        <pc:sldMkLst>
          <pc:docMk/>
          <pc:sldMk cId="3894481413" sldId="262"/>
        </pc:sldMkLst>
        <pc:spChg chg="mod">
          <ac:chgData name="Foksinska, Aleksandra" userId="S::afoksin@uab.edu::c71d2fd9-54a7-499a-9ad3-edec58574ec5" providerId="AD" clId="Web-{49853538-8482-4250-B73A-6871EC817B8B}" dt="2021-11-29T23:34:22.354" v="779" actId="20577"/>
          <ac:spMkLst>
            <pc:docMk/>
            <pc:sldMk cId="3894481413" sldId="262"/>
            <ac:spMk id="2" creationId="{F3283D8E-7A30-4B98-8094-2CC0DBF62350}"/>
          </ac:spMkLst>
        </pc:spChg>
        <pc:spChg chg="mod">
          <ac:chgData name="Foksinska, Aleksandra" userId="S::afoksin@uab.edu::c71d2fd9-54a7-499a-9ad3-edec58574ec5" providerId="AD" clId="Web-{49853538-8482-4250-B73A-6871EC817B8B}" dt="2021-11-29T23:36:17.485" v="804" actId="20577"/>
          <ac:spMkLst>
            <pc:docMk/>
            <pc:sldMk cId="3894481413" sldId="262"/>
            <ac:spMk id="3" creationId="{8360A188-8EF2-4B2F-9399-AD62BA3D1BC5}"/>
          </ac:spMkLst>
        </pc:spChg>
      </pc:sldChg>
    </pc:docChg>
  </pc:docChgLst>
  <pc:docChgLst>
    <pc:chgData name="Foksinska, Aleksandra" userId="S::afoksin@uab.edu::c71d2fd9-54a7-499a-9ad3-edec58574ec5" providerId="AD" clId="Web-{2092E362-0A21-B50F-19A5-908165E73414}"/>
    <pc:docChg chg="modSld">
      <pc:chgData name="Foksinska, Aleksandra" userId="S::afoksin@uab.edu::c71d2fd9-54a7-499a-9ad3-edec58574ec5" providerId="AD" clId="Web-{2092E362-0A21-B50F-19A5-908165E73414}" dt="2021-12-06T21:59:28.661" v="223"/>
      <pc:docMkLst>
        <pc:docMk/>
      </pc:docMkLst>
      <pc:sldChg chg="modSp">
        <pc:chgData name="Foksinska, Aleksandra" userId="S::afoksin@uab.edu::c71d2fd9-54a7-499a-9ad3-edec58574ec5" providerId="AD" clId="Web-{2092E362-0A21-B50F-19A5-908165E73414}" dt="2021-12-06T21:59:28.661" v="223"/>
        <pc:sldMkLst>
          <pc:docMk/>
          <pc:sldMk cId="2876301967" sldId="259"/>
        </pc:sldMkLst>
        <pc:graphicFrameChg chg="mod modGraphic">
          <ac:chgData name="Foksinska, Aleksandra" userId="S::afoksin@uab.edu::c71d2fd9-54a7-499a-9ad3-edec58574ec5" providerId="AD" clId="Web-{2092E362-0A21-B50F-19A5-908165E73414}" dt="2021-12-06T21:59:28.661" v="223"/>
          <ac:graphicFrameMkLst>
            <pc:docMk/>
            <pc:sldMk cId="2876301967" sldId="259"/>
            <ac:graphicFrameMk id="3" creationId="{4FF696DF-FF4A-4098-AE65-4FC19F4C4DDA}"/>
          </ac:graphicFrameMkLst>
        </pc:graphicFrameChg>
      </pc:sldChg>
      <pc:sldChg chg="modSp">
        <pc:chgData name="Foksinska, Aleksandra" userId="S::afoksin@uab.edu::c71d2fd9-54a7-499a-9ad3-edec58574ec5" providerId="AD" clId="Web-{2092E362-0A21-B50F-19A5-908165E73414}" dt="2021-12-06T21:58:01.812" v="185" actId="20577"/>
        <pc:sldMkLst>
          <pc:docMk/>
          <pc:sldMk cId="3945851792" sldId="265"/>
        </pc:sldMkLst>
        <pc:spChg chg="mod">
          <ac:chgData name="Foksinska, Aleksandra" userId="S::afoksin@uab.edu::c71d2fd9-54a7-499a-9ad3-edec58574ec5" providerId="AD" clId="Web-{2092E362-0A21-B50F-19A5-908165E73414}" dt="2021-12-06T21:58:01.812" v="185" actId="20577"/>
          <ac:spMkLst>
            <pc:docMk/>
            <pc:sldMk cId="3945851792" sldId="265"/>
            <ac:spMk id="3" creationId="{57114D65-2450-44E2-B35A-A21D057BB4EC}"/>
          </ac:spMkLst>
        </pc:spChg>
      </pc:sldChg>
    </pc:docChg>
  </pc:docChgLst>
  <pc:docChgLst>
    <pc:chgData name="Foksinska, Aleksandra" userId="S::afoksin@uab.edu::c71d2fd9-54a7-499a-9ad3-edec58574ec5" providerId="AD" clId="Web-{8C841894-B5EF-D6E3-941D-E52DEDFFA104}"/>
    <pc:docChg chg="modSld">
      <pc:chgData name="Foksinska, Aleksandra" userId="S::afoksin@uab.edu::c71d2fd9-54a7-499a-9ad3-edec58574ec5" providerId="AD" clId="Web-{8C841894-B5EF-D6E3-941D-E52DEDFFA104}" dt="2021-11-30T22:59:44.410" v="18" actId="20577"/>
      <pc:docMkLst>
        <pc:docMk/>
      </pc:docMkLst>
      <pc:sldChg chg="modSp">
        <pc:chgData name="Foksinska, Aleksandra" userId="S::afoksin@uab.edu::c71d2fd9-54a7-499a-9ad3-edec58574ec5" providerId="AD" clId="Web-{8C841894-B5EF-D6E3-941D-E52DEDFFA104}" dt="2021-11-30T22:58:43.829" v="5"/>
        <pc:sldMkLst>
          <pc:docMk/>
          <pc:sldMk cId="2876301967" sldId="259"/>
        </pc:sldMkLst>
        <pc:graphicFrameChg chg="mod modGraphic">
          <ac:chgData name="Foksinska, Aleksandra" userId="S::afoksin@uab.edu::c71d2fd9-54a7-499a-9ad3-edec58574ec5" providerId="AD" clId="Web-{8C841894-B5EF-D6E3-941D-E52DEDFFA104}" dt="2021-11-30T22:58:43.829" v="5"/>
          <ac:graphicFrameMkLst>
            <pc:docMk/>
            <pc:sldMk cId="2876301967" sldId="259"/>
            <ac:graphicFrameMk id="3" creationId="{4FF696DF-FF4A-4098-AE65-4FC19F4C4DDA}"/>
          </ac:graphicFrameMkLst>
        </pc:graphicFrameChg>
      </pc:sldChg>
      <pc:sldChg chg="modSp">
        <pc:chgData name="Foksinska, Aleksandra" userId="S::afoksin@uab.edu::c71d2fd9-54a7-499a-9ad3-edec58574ec5" providerId="AD" clId="Web-{8C841894-B5EF-D6E3-941D-E52DEDFFA104}" dt="2021-11-30T22:59:44.410" v="18" actId="20577"/>
        <pc:sldMkLst>
          <pc:docMk/>
          <pc:sldMk cId="2948871802" sldId="260"/>
        </pc:sldMkLst>
        <pc:spChg chg="mod">
          <ac:chgData name="Foksinska, Aleksandra" userId="S::afoksin@uab.edu::c71d2fd9-54a7-499a-9ad3-edec58574ec5" providerId="AD" clId="Web-{8C841894-B5EF-D6E3-941D-E52DEDFFA104}" dt="2021-11-30T22:59:44.410" v="18" actId="20577"/>
          <ac:spMkLst>
            <pc:docMk/>
            <pc:sldMk cId="2948871802" sldId="260"/>
            <ac:spMk id="3" creationId="{8D3192CF-0475-41D9-815B-D1589410A9D6}"/>
          </ac:spMkLst>
        </pc:spChg>
      </pc:sldChg>
      <pc:sldChg chg="modSp">
        <pc:chgData name="Foksinska, Aleksandra" userId="S::afoksin@uab.edu::c71d2fd9-54a7-499a-9ad3-edec58574ec5" providerId="AD" clId="Web-{8C841894-B5EF-D6E3-941D-E52DEDFFA104}" dt="2021-11-30T22:58:19.015" v="1" actId="20577"/>
        <pc:sldMkLst>
          <pc:docMk/>
          <pc:sldMk cId="2642741647" sldId="263"/>
        </pc:sldMkLst>
        <pc:spChg chg="mod">
          <ac:chgData name="Foksinska, Aleksandra" userId="S::afoksin@uab.edu::c71d2fd9-54a7-499a-9ad3-edec58574ec5" providerId="AD" clId="Web-{8C841894-B5EF-D6E3-941D-E52DEDFFA104}" dt="2021-11-30T22:58:19.015" v="1" actId="20577"/>
          <ac:spMkLst>
            <pc:docMk/>
            <pc:sldMk cId="2642741647" sldId="263"/>
            <ac:spMk id="3" creationId="{7B285705-3B35-4A1B-9DE1-5C157549347D}"/>
          </ac:spMkLst>
        </pc:spChg>
      </pc:sldChg>
    </pc:docChg>
  </pc:docChgLst>
  <pc:docChgLst>
    <pc:chgData name="Foksinska, Aleksandra" userId="S::afoksin@uab.edu::c71d2fd9-54a7-499a-9ad3-edec58574ec5" providerId="AD" clId="Web-{72FE1BCE-17B8-6366-F41F-730161B5D516}"/>
    <pc:docChg chg="addSld modSld">
      <pc:chgData name="Foksinska, Aleksandra" userId="S::afoksin@uab.edu::c71d2fd9-54a7-499a-9ad3-edec58574ec5" providerId="AD" clId="Web-{72FE1BCE-17B8-6366-F41F-730161B5D516}" dt="2021-11-30T15:06:29.564" v="116"/>
      <pc:docMkLst>
        <pc:docMk/>
      </pc:docMkLst>
      <pc:sldChg chg="modSp">
        <pc:chgData name="Foksinska, Aleksandra" userId="S::afoksin@uab.edu::c71d2fd9-54a7-499a-9ad3-edec58574ec5" providerId="AD" clId="Web-{72FE1BCE-17B8-6366-F41F-730161B5D516}" dt="2021-11-30T14:59:36.475" v="59" actId="14100"/>
        <pc:sldMkLst>
          <pc:docMk/>
          <pc:sldMk cId="3018763032" sldId="257"/>
        </pc:sldMkLst>
        <pc:spChg chg="mod">
          <ac:chgData name="Foksinska, Aleksandra" userId="S::afoksin@uab.edu::c71d2fd9-54a7-499a-9ad3-edec58574ec5" providerId="AD" clId="Web-{72FE1BCE-17B8-6366-F41F-730161B5D516}" dt="2021-11-30T14:59:36.475" v="59" actId="14100"/>
          <ac:spMkLst>
            <pc:docMk/>
            <pc:sldMk cId="3018763032" sldId="257"/>
            <ac:spMk id="3" creationId="{3DD008DA-6EF8-4365-86D2-9640D5862EA2}"/>
          </ac:spMkLst>
        </pc:spChg>
      </pc:sldChg>
      <pc:sldChg chg="modSp">
        <pc:chgData name="Foksinska, Aleksandra" userId="S::afoksin@uab.edu::c71d2fd9-54a7-499a-9ad3-edec58574ec5" providerId="AD" clId="Web-{72FE1BCE-17B8-6366-F41F-730161B5D516}" dt="2021-11-30T15:06:29.564" v="116"/>
        <pc:sldMkLst>
          <pc:docMk/>
          <pc:sldMk cId="2876301967" sldId="259"/>
        </pc:sldMkLst>
        <pc:graphicFrameChg chg="mod modGraphic">
          <ac:chgData name="Foksinska, Aleksandra" userId="S::afoksin@uab.edu::c71d2fd9-54a7-499a-9ad3-edec58574ec5" providerId="AD" clId="Web-{72FE1BCE-17B8-6366-F41F-730161B5D516}" dt="2021-11-30T15:06:29.564" v="116"/>
          <ac:graphicFrameMkLst>
            <pc:docMk/>
            <pc:sldMk cId="2876301967" sldId="259"/>
            <ac:graphicFrameMk id="3" creationId="{4FF696DF-FF4A-4098-AE65-4FC19F4C4DDA}"/>
          </ac:graphicFrameMkLst>
        </pc:graphicFrameChg>
      </pc:sldChg>
      <pc:sldChg chg="modSp">
        <pc:chgData name="Foksinska, Aleksandra" userId="S::afoksin@uab.edu::c71d2fd9-54a7-499a-9ad3-edec58574ec5" providerId="AD" clId="Web-{72FE1BCE-17B8-6366-F41F-730161B5D516}" dt="2021-11-30T14:56:35.823" v="16" actId="20577"/>
        <pc:sldMkLst>
          <pc:docMk/>
          <pc:sldMk cId="2948871802" sldId="260"/>
        </pc:sldMkLst>
        <pc:spChg chg="mod">
          <ac:chgData name="Foksinska, Aleksandra" userId="S::afoksin@uab.edu::c71d2fd9-54a7-499a-9ad3-edec58574ec5" providerId="AD" clId="Web-{72FE1BCE-17B8-6366-F41F-730161B5D516}" dt="2021-11-30T14:56:35.823" v="16" actId="20577"/>
          <ac:spMkLst>
            <pc:docMk/>
            <pc:sldMk cId="2948871802" sldId="260"/>
            <ac:spMk id="2" creationId="{35A7A1DC-1A4F-49D3-A8FC-D93805B310AA}"/>
          </ac:spMkLst>
        </pc:spChg>
      </pc:sldChg>
      <pc:sldChg chg="modSp new">
        <pc:chgData name="Foksinska, Aleksandra" userId="S::afoksin@uab.edu::c71d2fd9-54a7-499a-9ad3-edec58574ec5" providerId="AD" clId="Web-{72FE1BCE-17B8-6366-F41F-730161B5D516}" dt="2021-11-30T15:00:23.212" v="70" actId="20577"/>
        <pc:sldMkLst>
          <pc:docMk/>
          <pc:sldMk cId="2642741647" sldId="263"/>
        </pc:sldMkLst>
        <pc:spChg chg="mod">
          <ac:chgData name="Foksinska, Aleksandra" userId="S::afoksin@uab.edu::c71d2fd9-54a7-499a-9ad3-edec58574ec5" providerId="AD" clId="Web-{72FE1BCE-17B8-6366-F41F-730161B5D516}" dt="2021-11-30T14:59:45.460" v="60" actId="14100"/>
          <ac:spMkLst>
            <pc:docMk/>
            <pc:sldMk cId="2642741647" sldId="263"/>
            <ac:spMk id="2" creationId="{B0A817CE-EB9D-4042-816D-018B309ADF3F}"/>
          </ac:spMkLst>
        </pc:spChg>
        <pc:spChg chg="mod">
          <ac:chgData name="Foksinska, Aleksandra" userId="S::afoksin@uab.edu::c71d2fd9-54a7-499a-9ad3-edec58574ec5" providerId="AD" clId="Web-{72FE1BCE-17B8-6366-F41F-730161B5D516}" dt="2021-11-30T15:00:23.212" v="70" actId="20577"/>
          <ac:spMkLst>
            <pc:docMk/>
            <pc:sldMk cId="2642741647" sldId="263"/>
            <ac:spMk id="3" creationId="{7B285705-3B35-4A1B-9DE1-5C157549347D}"/>
          </ac:spMkLst>
        </pc:spChg>
      </pc:sldChg>
      <pc:sldChg chg="addSp delSp modSp new mod setBg modNotes">
        <pc:chgData name="Foksinska, Aleksandra" userId="S::afoksin@uab.edu::c71d2fd9-54a7-499a-9ad3-edec58574ec5" providerId="AD" clId="Web-{72FE1BCE-17B8-6366-F41F-730161B5D516}" dt="2021-11-30T15:05:21.138" v="98"/>
        <pc:sldMkLst>
          <pc:docMk/>
          <pc:sldMk cId="3797373939" sldId="264"/>
        </pc:sldMkLst>
        <pc:spChg chg="mod">
          <ac:chgData name="Foksinska, Aleksandra" userId="S::afoksin@uab.edu::c71d2fd9-54a7-499a-9ad3-edec58574ec5" providerId="AD" clId="Web-{72FE1BCE-17B8-6366-F41F-730161B5D516}" dt="2021-11-30T15:04:49.183" v="92" actId="20577"/>
          <ac:spMkLst>
            <pc:docMk/>
            <pc:sldMk cId="3797373939" sldId="264"/>
            <ac:spMk id="2" creationId="{4D8CC57A-7AFF-46E2-A600-931D8C65EF6E}"/>
          </ac:spMkLst>
        </pc:spChg>
        <pc:spChg chg="add mod">
          <ac:chgData name="Foksinska, Aleksandra" userId="S::afoksin@uab.edu::c71d2fd9-54a7-499a-9ad3-edec58574ec5" providerId="AD" clId="Web-{72FE1BCE-17B8-6366-F41F-730161B5D516}" dt="2021-11-30T15:04:11.321" v="77" actId="1076"/>
          <ac:spMkLst>
            <pc:docMk/>
            <pc:sldMk cId="3797373939" sldId="264"/>
            <ac:spMk id="4" creationId="{D2860C1C-26E2-447E-8A0B-13DE7018D8E8}"/>
          </ac:spMkLst>
        </pc:spChg>
        <pc:spChg chg="add del mod">
          <ac:chgData name="Foksinska, Aleksandra" userId="S::afoksin@uab.edu::c71d2fd9-54a7-499a-9ad3-edec58574ec5" providerId="AD" clId="Web-{72FE1BCE-17B8-6366-F41F-730161B5D516}" dt="2021-11-30T15:05:21.138" v="98"/>
          <ac:spMkLst>
            <pc:docMk/>
            <pc:sldMk cId="3797373939" sldId="264"/>
            <ac:spMk id="5" creationId="{7AC80832-DA3A-40A7-9F08-55274E85FBE4}"/>
          </ac:spMkLst>
        </pc:spChg>
        <pc:picChg chg="add mod">
          <ac:chgData name="Foksinska, Aleksandra" userId="S::afoksin@uab.edu::c71d2fd9-54a7-499a-9ad3-edec58574ec5" providerId="AD" clId="Web-{72FE1BCE-17B8-6366-F41F-730161B5D516}" dt="2021-11-30T15:02:22.298" v="73"/>
          <ac:picMkLst>
            <pc:docMk/>
            <pc:sldMk cId="3797373939" sldId="264"/>
            <ac:picMk id="3" creationId="{1523BA89-EC25-43FF-A105-DE4B69EF5965}"/>
          </ac:picMkLst>
        </pc:picChg>
      </pc:sldChg>
    </pc:docChg>
  </pc:docChgLst>
  <pc:docChgLst>
    <pc:chgData name="Foksinska, Aleksandra" userId="S::afoksin@uab.edu::c71d2fd9-54a7-499a-9ad3-edec58574ec5" providerId="AD" clId="Web-{594CDEA0-E320-5A62-B812-BCC327705C37}"/>
    <pc:docChg chg="addSld modSld">
      <pc:chgData name="Foksinska, Aleksandra" userId="S::afoksin@uab.edu::c71d2fd9-54a7-499a-9ad3-edec58574ec5" providerId="AD" clId="Web-{594CDEA0-E320-5A62-B812-BCC327705C37}" dt="2021-12-03T18:05:53.620" v="436" actId="20577"/>
      <pc:docMkLst>
        <pc:docMk/>
      </pc:docMkLst>
      <pc:sldChg chg="modSp">
        <pc:chgData name="Foksinska, Aleksandra" userId="S::afoksin@uab.edu::c71d2fd9-54a7-499a-9ad3-edec58574ec5" providerId="AD" clId="Web-{594CDEA0-E320-5A62-B812-BCC327705C37}" dt="2021-12-03T16:15:51.220" v="425" actId="1076"/>
        <pc:sldMkLst>
          <pc:docMk/>
          <pc:sldMk cId="2876301967" sldId="259"/>
        </pc:sldMkLst>
        <pc:graphicFrameChg chg="mod modGraphic">
          <ac:chgData name="Foksinska, Aleksandra" userId="S::afoksin@uab.edu::c71d2fd9-54a7-499a-9ad3-edec58574ec5" providerId="AD" clId="Web-{594CDEA0-E320-5A62-B812-BCC327705C37}" dt="2021-12-03T16:15:51.220" v="425" actId="1076"/>
          <ac:graphicFrameMkLst>
            <pc:docMk/>
            <pc:sldMk cId="2876301967" sldId="259"/>
            <ac:graphicFrameMk id="3" creationId="{4FF696DF-FF4A-4098-AE65-4FC19F4C4DDA}"/>
          </ac:graphicFrameMkLst>
        </pc:graphicFrameChg>
      </pc:sldChg>
      <pc:sldChg chg="modSp">
        <pc:chgData name="Foksinska, Aleksandra" userId="S::afoksin@uab.edu::c71d2fd9-54a7-499a-9ad3-edec58574ec5" providerId="AD" clId="Web-{594CDEA0-E320-5A62-B812-BCC327705C37}" dt="2021-12-03T16:12:33.053" v="157" actId="20577"/>
        <pc:sldMkLst>
          <pc:docMk/>
          <pc:sldMk cId="2642741647" sldId="263"/>
        </pc:sldMkLst>
        <pc:spChg chg="mod">
          <ac:chgData name="Foksinska, Aleksandra" userId="S::afoksin@uab.edu::c71d2fd9-54a7-499a-9ad3-edec58574ec5" providerId="AD" clId="Web-{594CDEA0-E320-5A62-B812-BCC327705C37}" dt="2021-12-03T16:12:33.053" v="157" actId="20577"/>
          <ac:spMkLst>
            <pc:docMk/>
            <pc:sldMk cId="2642741647" sldId="263"/>
            <ac:spMk id="3" creationId="{7B285705-3B35-4A1B-9DE1-5C157549347D}"/>
          </ac:spMkLst>
        </pc:spChg>
      </pc:sldChg>
      <pc:sldChg chg="modSp new">
        <pc:chgData name="Foksinska, Aleksandra" userId="S::afoksin@uab.edu::c71d2fd9-54a7-499a-9ad3-edec58574ec5" providerId="AD" clId="Web-{594CDEA0-E320-5A62-B812-BCC327705C37}" dt="2021-12-03T18:05:53.620" v="436" actId="20577"/>
        <pc:sldMkLst>
          <pc:docMk/>
          <pc:sldMk cId="3945851792" sldId="265"/>
        </pc:sldMkLst>
        <pc:spChg chg="mod">
          <ac:chgData name="Foksinska, Aleksandra" userId="S::afoksin@uab.edu::c71d2fd9-54a7-499a-9ad3-edec58574ec5" providerId="AD" clId="Web-{594CDEA0-E320-5A62-B812-BCC327705C37}" dt="2021-12-03T18:05:53.620" v="436" actId="20577"/>
          <ac:spMkLst>
            <pc:docMk/>
            <pc:sldMk cId="3945851792" sldId="265"/>
            <ac:spMk id="2" creationId="{214FFA73-0606-4547-AF9F-3DF694AE7752}"/>
          </ac:spMkLst>
        </pc:spChg>
      </pc:sldChg>
    </pc:docChg>
  </pc:docChgLst>
  <pc:docChgLst>
    <pc:chgData name="Worthey, Elizabeth A (Campus)" userId="S::lworthey@uab.edu::59683239-0802-4b99-9062-30a29ad07bf7" providerId="AD" clId="Web-{90098580-9FE9-41FF-9E34-25356B197458}"/>
    <pc:docChg chg="addSld modSld">
      <pc:chgData name="Worthey, Elizabeth A (Campus)" userId="S::lworthey@uab.edu::59683239-0802-4b99-9062-30a29ad07bf7" providerId="AD" clId="Web-{90098580-9FE9-41FF-9E34-25356B197458}" dt="2022-01-10T21:50:07.376" v="17" actId="1076"/>
      <pc:docMkLst>
        <pc:docMk/>
      </pc:docMkLst>
      <pc:sldChg chg="addSp delSp modSp new">
        <pc:chgData name="Worthey, Elizabeth A (Campus)" userId="S::lworthey@uab.edu::59683239-0802-4b99-9062-30a29ad07bf7" providerId="AD" clId="Web-{90098580-9FE9-41FF-9E34-25356B197458}" dt="2022-01-10T21:50:07.376" v="17" actId="1076"/>
        <pc:sldMkLst>
          <pc:docMk/>
          <pc:sldMk cId="187780591" sldId="279"/>
        </pc:sldMkLst>
        <pc:spChg chg="mod">
          <ac:chgData name="Worthey, Elizabeth A (Campus)" userId="S::lworthey@uab.edu::59683239-0802-4b99-9062-30a29ad07bf7" providerId="AD" clId="Web-{90098580-9FE9-41FF-9E34-25356B197458}" dt="2022-01-10T21:50:07.376" v="17" actId="1076"/>
          <ac:spMkLst>
            <pc:docMk/>
            <pc:sldMk cId="187780591" sldId="279"/>
            <ac:spMk id="2" creationId="{DEAC011E-54FC-46EE-BD5C-E64A4F3D4E6B}"/>
          </ac:spMkLst>
        </pc:spChg>
        <pc:spChg chg="del">
          <ac:chgData name="Worthey, Elizabeth A (Campus)" userId="S::lworthey@uab.edu::59683239-0802-4b99-9062-30a29ad07bf7" providerId="AD" clId="Web-{90098580-9FE9-41FF-9E34-25356B197458}" dt="2022-01-10T21:49:55.298" v="13"/>
          <ac:spMkLst>
            <pc:docMk/>
            <pc:sldMk cId="187780591" sldId="279"/>
            <ac:spMk id="3" creationId="{FE85BBAB-D991-40E8-8381-DF89365187C5}"/>
          </ac:spMkLst>
        </pc:spChg>
        <pc:picChg chg="add mod">
          <ac:chgData name="Worthey, Elizabeth A (Campus)" userId="S::lworthey@uab.edu::59683239-0802-4b99-9062-30a29ad07bf7" providerId="AD" clId="Web-{90098580-9FE9-41FF-9E34-25356B197458}" dt="2022-01-10T21:50:03.767" v="16" actId="14100"/>
          <ac:picMkLst>
            <pc:docMk/>
            <pc:sldMk cId="187780591" sldId="279"/>
            <ac:picMk id="4" creationId="{59B35B92-EDE6-4041-A9BD-AB9C1E600EEB}"/>
          </ac:picMkLst>
        </pc:picChg>
      </pc:sldChg>
    </pc:docChg>
  </pc:docChgLst>
  <pc:docChgLst>
    <pc:chgData name="Ramsey, Elizabeth J" userId="S::lizzyr@uab.edu::db5fb57d-ba13-4d04-8c3a-160f87a71d29" providerId="AD" clId="Web-{D831A013-87CF-484C-7C8B-13F5FEFCCF6C}"/>
    <pc:docChg chg="addSld modSld">
      <pc:chgData name="Ramsey, Elizabeth J" userId="S::lizzyr@uab.edu::db5fb57d-ba13-4d04-8c3a-160f87a71d29" providerId="AD" clId="Web-{D831A013-87CF-484C-7C8B-13F5FEFCCF6C}" dt="2021-12-13T19:31:47.221" v="47" actId="20577"/>
      <pc:docMkLst>
        <pc:docMk/>
      </pc:docMkLst>
      <pc:sldChg chg="addSp delSp modSp new">
        <pc:chgData name="Ramsey, Elizabeth J" userId="S::lizzyr@uab.edu::db5fb57d-ba13-4d04-8c3a-160f87a71d29" providerId="AD" clId="Web-{D831A013-87CF-484C-7C8B-13F5FEFCCF6C}" dt="2021-12-13T19:29:15.826" v="24" actId="20577"/>
        <pc:sldMkLst>
          <pc:docMk/>
          <pc:sldMk cId="2431145223" sldId="267"/>
        </pc:sldMkLst>
        <pc:spChg chg="mod">
          <ac:chgData name="Ramsey, Elizabeth J" userId="S::lizzyr@uab.edu::db5fb57d-ba13-4d04-8c3a-160f87a71d29" providerId="AD" clId="Web-{D831A013-87CF-484C-7C8B-13F5FEFCCF6C}" dt="2021-12-13T19:29:15.826" v="24" actId="20577"/>
          <ac:spMkLst>
            <pc:docMk/>
            <pc:sldMk cId="2431145223" sldId="267"/>
            <ac:spMk id="2" creationId="{350AB379-72A5-4A6D-B2B0-C25273D6C79F}"/>
          </ac:spMkLst>
        </pc:spChg>
        <pc:spChg chg="del">
          <ac:chgData name="Ramsey, Elizabeth J" userId="S::lizzyr@uab.edu::db5fb57d-ba13-4d04-8c3a-160f87a71d29" providerId="AD" clId="Web-{D831A013-87CF-484C-7C8B-13F5FEFCCF6C}" dt="2021-12-13T18:17:48.678" v="1"/>
          <ac:spMkLst>
            <pc:docMk/>
            <pc:sldMk cId="2431145223" sldId="267"/>
            <ac:spMk id="3" creationId="{3C5815D0-93C3-434A-95D0-BBB9AB1C03F4}"/>
          </ac:spMkLst>
        </pc:spChg>
        <pc:picChg chg="add mod ord">
          <ac:chgData name="Ramsey, Elizabeth J" userId="S::lizzyr@uab.edu::db5fb57d-ba13-4d04-8c3a-160f87a71d29" providerId="AD" clId="Web-{D831A013-87CF-484C-7C8B-13F5FEFCCF6C}" dt="2021-12-13T18:17:59.490" v="4" actId="14100"/>
          <ac:picMkLst>
            <pc:docMk/>
            <pc:sldMk cId="2431145223" sldId="267"/>
            <ac:picMk id="4" creationId="{1303C0E3-892F-4C0D-9B71-5008F1E5D7F0}"/>
          </ac:picMkLst>
        </pc:picChg>
      </pc:sldChg>
      <pc:sldChg chg="addSp delSp modSp new">
        <pc:chgData name="Ramsey, Elizabeth J" userId="S::lizzyr@uab.edu::db5fb57d-ba13-4d04-8c3a-160f87a71d29" providerId="AD" clId="Web-{D831A013-87CF-484C-7C8B-13F5FEFCCF6C}" dt="2021-12-13T19:29:18.092" v="25" actId="20577"/>
        <pc:sldMkLst>
          <pc:docMk/>
          <pc:sldMk cId="2780850277" sldId="268"/>
        </pc:sldMkLst>
        <pc:spChg chg="mod">
          <ac:chgData name="Ramsey, Elizabeth J" userId="S::lizzyr@uab.edu::db5fb57d-ba13-4d04-8c3a-160f87a71d29" providerId="AD" clId="Web-{D831A013-87CF-484C-7C8B-13F5FEFCCF6C}" dt="2021-12-13T19:29:18.092" v="25" actId="20577"/>
          <ac:spMkLst>
            <pc:docMk/>
            <pc:sldMk cId="2780850277" sldId="268"/>
            <ac:spMk id="2" creationId="{6A8A0928-E0F3-4517-A2FB-9BD49CC2FE87}"/>
          </ac:spMkLst>
        </pc:spChg>
        <pc:spChg chg="del">
          <ac:chgData name="Ramsey, Elizabeth J" userId="S::lizzyr@uab.edu::db5fb57d-ba13-4d04-8c3a-160f87a71d29" providerId="AD" clId="Web-{D831A013-87CF-484C-7C8B-13F5FEFCCF6C}" dt="2021-12-13T18:21:56.185" v="6"/>
          <ac:spMkLst>
            <pc:docMk/>
            <pc:sldMk cId="2780850277" sldId="268"/>
            <ac:spMk id="3" creationId="{DB95A105-8483-4375-A351-A2D5E7C9277F}"/>
          </ac:spMkLst>
        </pc:spChg>
        <pc:picChg chg="add mod ord">
          <ac:chgData name="Ramsey, Elizabeth J" userId="S::lizzyr@uab.edu::db5fb57d-ba13-4d04-8c3a-160f87a71d29" providerId="AD" clId="Web-{D831A013-87CF-484C-7C8B-13F5FEFCCF6C}" dt="2021-12-13T18:22:04.935" v="9" actId="1076"/>
          <ac:picMkLst>
            <pc:docMk/>
            <pc:sldMk cId="2780850277" sldId="268"/>
            <ac:picMk id="4" creationId="{1278F27B-B816-467A-9E13-865B394ADA79}"/>
          </ac:picMkLst>
        </pc:picChg>
      </pc:sldChg>
      <pc:sldChg chg="addSp delSp modSp new">
        <pc:chgData name="Ramsey, Elizabeth J" userId="S::lizzyr@uab.edu::db5fb57d-ba13-4d04-8c3a-160f87a71d29" providerId="AD" clId="Web-{D831A013-87CF-484C-7C8B-13F5FEFCCF6C}" dt="2021-12-13T19:29:41.592" v="32" actId="1076"/>
        <pc:sldMkLst>
          <pc:docMk/>
          <pc:sldMk cId="4261184150" sldId="269"/>
        </pc:sldMkLst>
        <pc:spChg chg="mod">
          <ac:chgData name="Ramsey, Elizabeth J" userId="S::lizzyr@uab.edu::db5fb57d-ba13-4d04-8c3a-160f87a71d29" providerId="AD" clId="Web-{D831A013-87CF-484C-7C8B-13F5FEFCCF6C}" dt="2021-12-13T19:29:27.764" v="27" actId="20577"/>
          <ac:spMkLst>
            <pc:docMk/>
            <pc:sldMk cId="4261184150" sldId="269"/>
            <ac:spMk id="2" creationId="{7B1CB108-55AF-492E-9F1C-B4DF2A9353EE}"/>
          </ac:spMkLst>
        </pc:spChg>
        <pc:spChg chg="del">
          <ac:chgData name="Ramsey, Elizabeth J" userId="S::lizzyr@uab.edu::db5fb57d-ba13-4d04-8c3a-160f87a71d29" providerId="AD" clId="Web-{D831A013-87CF-484C-7C8B-13F5FEFCCF6C}" dt="2021-12-13T19:27:13.635" v="11"/>
          <ac:spMkLst>
            <pc:docMk/>
            <pc:sldMk cId="4261184150" sldId="269"/>
            <ac:spMk id="3" creationId="{25A966E2-FE2B-4C63-A2FA-A4CC78BFF20D}"/>
          </ac:spMkLst>
        </pc:spChg>
        <pc:picChg chg="add mod ord">
          <ac:chgData name="Ramsey, Elizabeth J" userId="S::lizzyr@uab.edu::db5fb57d-ba13-4d04-8c3a-160f87a71d29" providerId="AD" clId="Web-{D831A013-87CF-484C-7C8B-13F5FEFCCF6C}" dt="2021-12-13T19:29:41.592" v="32" actId="1076"/>
          <ac:picMkLst>
            <pc:docMk/>
            <pc:sldMk cId="4261184150" sldId="269"/>
            <ac:picMk id="4" creationId="{CF4FBF39-81AE-4458-B7F4-D2803C7308A6}"/>
          </ac:picMkLst>
        </pc:picChg>
        <pc:picChg chg="add del mod">
          <ac:chgData name="Ramsey, Elizabeth J" userId="S::lizzyr@uab.edu::db5fb57d-ba13-4d04-8c3a-160f87a71d29" providerId="AD" clId="Web-{D831A013-87CF-484C-7C8B-13F5FEFCCF6C}" dt="2021-12-13T19:29:36.217" v="28"/>
          <ac:picMkLst>
            <pc:docMk/>
            <pc:sldMk cId="4261184150" sldId="269"/>
            <ac:picMk id="5" creationId="{096871ED-D741-46D6-8001-82DA622295D2}"/>
          </ac:picMkLst>
        </pc:picChg>
      </pc:sldChg>
      <pc:sldChg chg="addSp delSp modSp new">
        <pc:chgData name="Ramsey, Elizabeth J" userId="S::lizzyr@uab.edu::db5fb57d-ba13-4d04-8c3a-160f87a71d29" providerId="AD" clId="Web-{D831A013-87CF-484C-7C8B-13F5FEFCCF6C}" dt="2021-12-13T19:31:38.893" v="44" actId="20577"/>
        <pc:sldMkLst>
          <pc:docMk/>
          <pc:sldMk cId="1746406561" sldId="270"/>
        </pc:sldMkLst>
        <pc:spChg chg="mod">
          <ac:chgData name="Ramsey, Elizabeth J" userId="S::lizzyr@uab.edu::db5fb57d-ba13-4d04-8c3a-160f87a71d29" providerId="AD" clId="Web-{D831A013-87CF-484C-7C8B-13F5FEFCCF6C}" dt="2021-12-13T19:31:38.893" v="44" actId="20577"/>
          <ac:spMkLst>
            <pc:docMk/>
            <pc:sldMk cId="1746406561" sldId="270"/>
            <ac:spMk id="2" creationId="{90E1EA8F-83D6-4EAC-9B6D-491BD0A030DE}"/>
          </ac:spMkLst>
        </pc:spChg>
        <pc:spChg chg="del">
          <ac:chgData name="Ramsey, Elizabeth J" userId="S::lizzyr@uab.edu::db5fb57d-ba13-4d04-8c3a-160f87a71d29" providerId="AD" clId="Web-{D831A013-87CF-484C-7C8B-13F5FEFCCF6C}" dt="2021-12-13T19:31:04.142" v="34"/>
          <ac:spMkLst>
            <pc:docMk/>
            <pc:sldMk cId="1746406561" sldId="270"/>
            <ac:spMk id="3" creationId="{0B8FBE1E-0C4C-4AD4-BF24-E0265CFD444C}"/>
          </ac:spMkLst>
        </pc:spChg>
        <pc:picChg chg="add mod ord">
          <ac:chgData name="Ramsey, Elizabeth J" userId="S::lizzyr@uab.edu::db5fb57d-ba13-4d04-8c3a-160f87a71d29" providerId="AD" clId="Web-{D831A013-87CF-484C-7C8B-13F5FEFCCF6C}" dt="2021-12-13T19:31:08.689" v="37" actId="1076"/>
          <ac:picMkLst>
            <pc:docMk/>
            <pc:sldMk cId="1746406561" sldId="270"/>
            <ac:picMk id="4" creationId="{F85F80AC-14CA-4620-A3D5-07E6C03B96BB}"/>
          </ac:picMkLst>
        </pc:picChg>
      </pc:sldChg>
      <pc:sldChg chg="modSp new">
        <pc:chgData name="Ramsey, Elizabeth J" userId="S::lizzyr@uab.edu::db5fb57d-ba13-4d04-8c3a-160f87a71d29" providerId="AD" clId="Web-{D831A013-87CF-484C-7C8B-13F5FEFCCF6C}" dt="2021-12-13T19:31:47.221" v="47" actId="20577"/>
        <pc:sldMkLst>
          <pc:docMk/>
          <pc:sldMk cId="269838818" sldId="271"/>
        </pc:sldMkLst>
        <pc:spChg chg="mod">
          <ac:chgData name="Ramsey, Elizabeth J" userId="S::lizzyr@uab.edu::db5fb57d-ba13-4d04-8c3a-160f87a71d29" providerId="AD" clId="Web-{D831A013-87CF-484C-7C8B-13F5FEFCCF6C}" dt="2021-12-13T19:31:47.221" v="47" actId="20577"/>
          <ac:spMkLst>
            <pc:docMk/>
            <pc:sldMk cId="269838818" sldId="271"/>
            <ac:spMk id="2" creationId="{0297B6C7-AB3A-4C0B-A5BE-577A432D561D}"/>
          </ac:spMkLst>
        </pc:spChg>
      </pc:sldChg>
    </pc:docChg>
  </pc:docChgLst>
  <pc:docChgLst>
    <pc:chgData name="Foksinska, Aleksandra" userId="S::afoksin@uab.edu::c71d2fd9-54a7-499a-9ad3-edec58574ec5" providerId="AD" clId="Web-{84B01D3E-1D70-213C-D1D2-7F616FAD8B41}"/>
    <pc:docChg chg="modSld sldOrd">
      <pc:chgData name="Foksinska, Aleksandra" userId="S::afoksin@uab.edu::c71d2fd9-54a7-499a-9ad3-edec58574ec5" providerId="AD" clId="Web-{84B01D3E-1D70-213C-D1D2-7F616FAD8B41}" dt="2021-12-01T15:24:57.154" v="3"/>
      <pc:docMkLst>
        <pc:docMk/>
      </pc:docMkLst>
      <pc:sldChg chg="modSp ord">
        <pc:chgData name="Foksinska, Aleksandra" userId="S::afoksin@uab.edu::c71d2fd9-54a7-499a-9ad3-edec58574ec5" providerId="AD" clId="Web-{84B01D3E-1D70-213C-D1D2-7F616FAD8B41}" dt="2021-12-01T15:24:57.154" v="3"/>
        <pc:sldMkLst>
          <pc:docMk/>
          <pc:sldMk cId="2876301967" sldId="259"/>
        </pc:sldMkLst>
        <pc:graphicFrameChg chg="mod modGraphic">
          <ac:chgData name="Foksinska, Aleksandra" userId="S::afoksin@uab.edu::c71d2fd9-54a7-499a-9ad3-edec58574ec5" providerId="AD" clId="Web-{84B01D3E-1D70-213C-D1D2-7F616FAD8B41}" dt="2021-12-01T15:24:57.154" v="3"/>
          <ac:graphicFrameMkLst>
            <pc:docMk/>
            <pc:sldMk cId="2876301967" sldId="259"/>
            <ac:graphicFrameMk id="3" creationId="{4FF696DF-FF4A-4098-AE65-4FC19F4C4DDA}"/>
          </ac:graphicFrameMkLst>
        </pc:graphicFrameChg>
      </pc:sldChg>
      <pc:sldChg chg="ord">
        <pc:chgData name="Foksinska, Aleksandra" userId="S::afoksin@uab.edu::c71d2fd9-54a7-499a-9ad3-edec58574ec5" providerId="AD" clId="Web-{84B01D3E-1D70-213C-D1D2-7F616FAD8B41}" dt="2021-12-01T15:19:33.913" v="1"/>
        <pc:sldMkLst>
          <pc:docMk/>
          <pc:sldMk cId="2642741647" sldId="263"/>
        </pc:sldMkLst>
      </pc:sldChg>
    </pc:docChg>
  </pc:docChgLst>
  <pc:docChgLst>
    <pc:chgData name="Ramsey, Elizabeth J" userId="S::lizzyr@uab.edu::db5fb57d-ba13-4d04-8c3a-160f87a71d29" providerId="AD" clId="Web-{7DB4B095-2B99-4479-B756-67182FD48EC4}"/>
    <pc:docChg chg="modSld">
      <pc:chgData name="Ramsey, Elizabeth J" userId="S::lizzyr@uab.edu::db5fb57d-ba13-4d04-8c3a-160f87a71d29" providerId="AD" clId="Web-{7DB4B095-2B99-4479-B756-67182FD48EC4}" dt="2022-01-24T18:25:27.134" v="13" actId="20577"/>
      <pc:docMkLst>
        <pc:docMk/>
      </pc:docMkLst>
      <pc:sldChg chg="modSp">
        <pc:chgData name="Ramsey, Elizabeth J" userId="S::lizzyr@uab.edu::db5fb57d-ba13-4d04-8c3a-160f87a71d29" providerId="AD" clId="Web-{7DB4B095-2B99-4479-B756-67182FD48EC4}" dt="2022-01-24T18:22:40.858" v="2" actId="20577"/>
        <pc:sldMkLst>
          <pc:docMk/>
          <pc:sldMk cId="1746406561" sldId="270"/>
        </pc:sldMkLst>
        <pc:spChg chg="mod">
          <ac:chgData name="Ramsey, Elizabeth J" userId="S::lizzyr@uab.edu::db5fb57d-ba13-4d04-8c3a-160f87a71d29" providerId="AD" clId="Web-{7DB4B095-2B99-4479-B756-67182FD48EC4}" dt="2022-01-24T18:22:40.858" v="2" actId="20577"/>
          <ac:spMkLst>
            <pc:docMk/>
            <pc:sldMk cId="1746406561" sldId="270"/>
            <ac:spMk id="2" creationId="{90E1EA8F-83D6-4EAC-9B6D-491BD0A030DE}"/>
          </ac:spMkLst>
        </pc:spChg>
      </pc:sldChg>
      <pc:sldChg chg="modSp">
        <pc:chgData name="Ramsey, Elizabeth J" userId="S::lizzyr@uab.edu::db5fb57d-ba13-4d04-8c3a-160f87a71d29" providerId="AD" clId="Web-{7DB4B095-2B99-4479-B756-67182FD48EC4}" dt="2022-01-24T18:24:38.928" v="8" actId="20577"/>
        <pc:sldMkLst>
          <pc:docMk/>
          <pc:sldMk cId="269838818" sldId="271"/>
        </pc:sldMkLst>
        <pc:spChg chg="mod">
          <ac:chgData name="Ramsey, Elizabeth J" userId="S::lizzyr@uab.edu::db5fb57d-ba13-4d04-8c3a-160f87a71d29" providerId="AD" clId="Web-{7DB4B095-2B99-4479-B756-67182FD48EC4}" dt="2022-01-24T18:24:38.928" v="8" actId="20577"/>
          <ac:spMkLst>
            <pc:docMk/>
            <pc:sldMk cId="269838818" sldId="271"/>
            <ac:spMk id="2" creationId="{0297B6C7-AB3A-4C0B-A5BE-577A432D561D}"/>
          </ac:spMkLst>
        </pc:spChg>
      </pc:sldChg>
      <pc:sldChg chg="modSp">
        <pc:chgData name="Ramsey, Elizabeth J" userId="S::lizzyr@uab.edu::db5fb57d-ba13-4d04-8c3a-160f87a71d29" providerId="AD" clId="Web-{7DB4B095-2B99-4479-B756-67182FD48EC4}" dt="2022-01-24T18:25:27.134" v="13" actId="20577"/>
        <pc:sldMkLst>
          <pc:docMk/>
          <pc:sldMk cId="2045030304" sldId="272"/>
        </pc:sldMkLst>
        <pc:spChg chg="mod">
          <ac:chgData name="Ramsey, Elizabeth J" userId="S::lizzyr@uab.edu::db5fb57d-ba13-4d04-8c3a-160f87a71d29" providerId="AD" clId="Web-{7DB4B095-2B99-4479-B756-67182FD48EC4}" dt="2022-01-24T18:24:46.522" v="11" actId="20577"/>
          <ac:spMkLst>
            <pc:docMk/>
            <pc:sldMk cId="2045030304" sldId="272"/>
            <ac:spMk id="2" creationId="{F588F895-A80F-4A74-A203-F70966BF336F}"/>
          </ac:spMkLst>
        </pc:spChg>
        <pc:spChg chg="mod">
          <ac:chgData name="Ramsey, Elizabeth J" userId="S::lizzyr@uab.edu::db5fb57d-ba13-4d04-8c3a-160f87a71d29" providerId="AD" clId="Web-{7DB4B095-2B99-4479-B756-67182FD48EC4}" dt="2022-01-24T18:25:27.134" v="13" actId="20577"/>
          <ac:spMkLst>
            <pc:docMk/>
            <pc:sldMk cId="2045030304" sldId="272"/>
            <ac:spMk id="5" creationId="{8BB2FCC4-793A-436C-A409-0D767A58A0F1}"/>
          </ac:spMkLst>
        </pc:spChg>
      </pc:sldChg>
    </pc:docChg>
  </pc:docChgLst>
  <pc:docChgLst>
    <pc:chgData name="Foksinska, Aleksandra" userId="S::afoksin@uab.edu::c71d2fd9-54a7-499a-9ad3-edec58574ec5" providerId="AD" clId="Web-{FDC93EF8-1060-3FCA-061E-CCB71EDB90CB}"/>
    <pc:docChg chg="modSld">
      <pc:chgData name="Foksinska, Aleksandra" userId="S::afoksin@uab.edu::c71d2fd9-54a7-499a-9ad3-edec58574ec5" providerId="AD" clId="Web-{FDC93EF8-1060-3FCA-061E-CCB71EDB90CB}" dt="2022-01-04T15:11:10.726" v="12" actId="20577"/>
      <pc:docMkLst>
        <pc:docMk/>
      </pc:docMkLst>
      <pc:sldChg chg="modSp">
        <pc:chgData name="Foksinska, Aleksandra" userId="S::afoksin@uab.edu::c71d2fd9-54a7-499a-9ad3-edec58574ec5" providerId="AD" clId="Web-{FDC93EF8-1060-3FCA-061E-CCB71EDB90CB}" dt="2022-01-04T15:11:10.726" v="12" actId="20577"/>
        <pc:sldMkLst>
          <pc:docMk/>
          <pc:sldMk cId="3217949366" sldId="258"/>
        </pc:sldMkLst>
        <pc:spChg chg="mod">
          <ac:chgData name="Foksinska, Aleksandra" userId="S::afoksin@uab.edu::c71d2fd9-54a7-499a-9ad3-edec58574ec5" providerId="AD" clId="Web-{FDC93EF8-1060-3FCA-061E-CCB71EDB90CB}" dt="2022-01-04T15:11:10.726" v="12" actId="20577"/>
          <ac:spMkLst>
            <pc:docMk/>
            <pc:sldMk cId="3217949366" sldId="258"/>
            <ac:spMk id="3" creationId="{A24DBC8E-247D-4B03-B6DE-F057235B9641}"/>
          </ac:spMkLst>
        </pc:spChg>
      </pc:sldChg>
    </pc:docChg>
  </pc:docChgLst>
  <pc:docChgLst>
    <pc:chgData name="Foksinska, Aleksandra" userId="S::afoksin@uab.edu::c71d2fd9-54a7-499a-9ad3-edec58574ec5" providerId="AD" clId="Web-{19D816B3-9C24-53AB-3B2D-BF273C799A59}"/>
    <pc:docChg chg="modSld">
      <pc:chgData name="Foksinska, Aleksandra" userId="S::afoksin@uab.edu::c71d2fd9-54a7-499a-9ad3-edec58574ec5" providerId="AD" clId="Web-{19D816B3-9C24-53AB-3B2D-BF273C799A59}" dt="2021-12-08T18:21:05.821" v="7" actId="1076"/>
      <pc:docMkLst>
        <pc:docMk/>
      </pc:docMkLst>
      <pc:sldChg chg="modSp">
        <pc:chgData name="Foksinska, Aleksandra" userId="S::afoksin@uab.edu::c71d2fd9-54a7-499a-9ad3-edec58574ec5" providerId="AD" clId="Web-{19D816B3-9C24-53AB-3B2D-BF273C799A59}" dt="2021-12-08T18:21:05.821" v="7" actId="1076"/>
        <pc:sldMkLst>
          <pc:docMk/>
          <pc:sldMk cId="3217949366" sldId="258"/>
        </pc:sldMkLst>
        <pc:spChg chg="mod">
          <ac:chgData name="Foksinska, Aleksandra" userId="S::afoksin@uab.edu::c71d2fd9-54a7-499a-9ad3-edec58574ec5" providerId="AD" clId="Web-{19D816B3-9C24-53AB-3B2D-BF273C799A59}" dt="2021-12-08T18:21:05.821" v="7" actId="1076"/>
          <ac:spMkLst>
            <pc:docMk/>
            <pc:sldMk cId="3217949366" sldId="258"/>
            <ac:spMk id="3" creationId="{A24DBC8E-247D-4B03-B6DE-F057235B9641}"/>
          </ac:spMkLst>
        </pc:spChg>
      </pc:sldChg>
    </pc:docChg>
  </pc:docChgLst>
  <pc:docChgLst>
    <pc:chgData name="Ramsey, Elizabeth J" userId="S::lizzyr@uab.edu::db5fb57d-ba13-4d04-8c3a-160f87a71d29" providerId="AD" clId="Web-{7875A71B-2892-922D-BC10-AF1C42A62ED5}"/>
    <pc:docChg chg="addSld modSld">
      <pc:chgData name="Ramsey, Elizabeth J" userId="S::lizzyr@uab.edu::db5fb57d-ba13-4d04-8c3a-160f87a71d29" providerId="AD" clId="Web-{7875A71B-2892-922D-BC10-AF1C42A62ED5}" dt="2021-12-14T14:13:06.794" v="130" actId="20577"/>
      <pc:docMkLst>
        <pc:docMk/>
      </pc:docMkLst>
      <pc:sldChg chg="addSp delSp modSp">
        <pc:chgData name="Ramsey, Elizabeth J" userId="S::lizzyr@uab.edu::db5fb57d-ba13-4d04-8c3a-160f87a71d29" providerId="AD" clId="Web-{7875A71B-2892-922D-BC10-AF1C42A62ED5}" dt="2021-12-14T13:33:04.296" v="48" actId="20577"/>
        <pc:sldMkLst>
          <pc:docMk/>
          <pc:sldMk cId="269838818" sldId="271"/>
        </pc:sldMkLst>
        <pc:spChg chg="mod">
          <ac:chgData name="Ramsey, Elizabeth J" userId="S::lizzyr@uab.edu::db5fb57d-ba13-4d04-8c3a-160f87a71d29" providerId="AD" clId="Web-{7875A71B-2892-922D-BC10-AF1C42A62ED5}" dt="2021-12-14T13:33:04.296" v="48" actId="20577"/>
          <ac:spMkLst>
            <pc:docMk/>
            <pc:sldMk cId="269838818" sldId="271"/>
            <ac:spMk id="2" creationId="{0297B6C7-AB3A-4C0B-A5BE-577A432D561D}"/>
          </ac:spMkLst>
        </pc:spChg>
        <pc:spChg chg="del">
          <ac:chgData name="Ramsey, Elizabeth J" userId="S::lizzyr@uab.edu::db5fb57d-ba13-4d04-8c3a-160f87a71d29" providerId="AD" clId="Web-{7875A71B-2892-922D-BC10-AF1C42A62ED5}" dt="2021-12-14T13:27:08.522" v="0"/>
          <ac:spMkLst>
            <pc:docMk/>
            <pc:sldMk cId="269838818" sldId="271"/>
            <ac:spMk id="3" creationId="{6ED199A9-396A-4C20-A7A7-85D0708FBC15}"/>
          </ac:spMkLst>
        </pc:spChg>
        <pc:spChg chg="add del">
          <ac:chgData name="Ramsey, Elizabeth J" userId="S::lizzyr@uab.edu::db5fb57d-ba13-4d04-8c3a-160f87a71d29" providerId="AD" clId="Web-{7875A71B-2892-922D-BC10-AF1C42A62ED5}" dt="2021-12-14T13:27:56.757" v="4"/>
          <ac:spMkLst>
            <pc:docMk/>
            <pc:sldMk cId="269838818" sldId="271"/>
            <ac:spMk id="5" creationId="{E83336C6-3663-461F-8BE9-22A50F434AEA}"/>
          </ac:spMkLst>
        </pc:spChg>
        <pc:spChg chg="add mod">
          <ac:chgData name="Ramsey, Elizabeth J" userId="S::lizzyr@uab.edu::db5fb57d-ba13-4d04-8c3a-160f87a71d29" providerId="AD" clId="Web-{7875A71B-2892-922D-BC10-AF1C42A62ED5}" dt="2021-12-14T13:32:41.405" v="45" actId="1076"/>
          <ac:spMkLst>
            <pc:docMk/>
            <pc:sldMk cId="269838818" sldId="271"/>
            <ac:spMk id="6" creationId="{1AC300CB-A1E0-4C01-AB9A-EA317623D912}"/>
          </ac:spMkLst>
        </pc:spChg>
        <pc:picChg chg="add mod ord">
          <ac:chgData name="Ramsey, Elizabeth J" userId="S::lizzyr@uab.edu::db5fb57d-ba13-4d04-8c3a-160f87a71d29" providerId="AD" clId="Web-{7875A71B-2892-922D-BC10-AF1C42A62ED5}" dt="2021-12-14T13:32:21.233" v="42" actId="1076"/>
          <ac:picMkLst>
            <pc:docMk/>
            <pc:sldMk cId="269838818" sldId="271"/>
            <ac:picMk id="4" creationId="{FAE56A7D-846C-48F9-9ED2-2B6C0621E257}"/>
          </ac:picMkLst>
        </pc:picChg>
      </pc:sldChg>
      <pc:sldChg chg="addSp delSp modSp new">
        <pc:chgData name="Ramsey, Elizabeth J" userId="S::lizzyr@uab.edu::db5fb57d-ba13-4d04-8c3a-160f87a71d29" providerId="AD" clId="Web-{7875A71B-2892-922D-BC10-AF1C42A62ED5}" dt="2021-12-14T14:13:06.794" v="130" actId="20577"/>
        <pc:sldMkLst>
          <pc:docMk/>
          <pc:sldMk cId="2045030304" sldId="272"/>
        </pc:sldMkLst>
        <pc:spChg chg="mod">
          <ac:chgData name="Ramsey, Elizabeth J" userId="S::lizzyr@uab.edu::db5fb57d-ba13-4d04-8c3a-160f87a71d29" providerId="AD" clId="Web-{7875A71B-2892-922D-BC10-AF1C42A62ED5}" dt="2021-12-14T14:12:07.355" v="105" actId="20577"/>
          <ac:spMkLst>
            <pc:docMk/>
            <pc:sldMk cId="2045030304" sldId="272"/>
            <ac:spMk id="2" creationId="{F588F895-A80F-4A74-A203-F70966BF336F}"/>
          </ac:spMkLst>
        </pc:spChg>
        <pc:spChg chg="del">
          <ac:chgData name="Ramsey, Elizabeth J" userId="S::lizzyr@uab.edu::db5fb57d-ba13-4d04-8c3a-160f87a71d29" providerId="AD" clId="Web-{7875A71B-2892-922D-BC10-AF1C42A62ED5}" dt="2021-12-14T14:05:50.471" v="50"/>
          <ac:spMkLst>
            <pc:docMk/>
            <pc:sldMk cId="2045030304" sldId="272"/>
            <ac:spMk id="3" creationId="{5495F809-DB1D-492C-9948-540798D4C68E}"/>
          </ac:spMkLst>
        </pc:spChg>
        <pc:spChg chg="add mod">
          <ac:chgData name="Ramsey, Elizabeth J" userId="S::lizzyr@uab.edu::db5fb57d-ba13-4d04-8c3a-160f87a71d29" providerId="AD" clId="Web-{7875A71B-2892-922D-BC10-AF1C42A62ED5}" dt="2021-12-14T14:13:06.794" v="130" actId="20577"/>
          <ac:spMkLst>
            <pc:docMk/>
            <pc:sldMk cId="2045030304" sldId="272"/>
            <ac:spMk id="5" creationId="{8BB2FCC4-793A-436C-A409-0D767A58A0F1}"/>
          </ac:spMkLst>
        </pc:spChg>
        <pc:picChg chg="add mod ord">
          <ac:chgData name="Ramsey, Elizabeth J" userId="S::lizzyr@uab.edu::db5fb57d-ba13-4d04-8c3a-160f87a71d29" providerId="AD" clId="Web-{7875A71B-2892-922D-BC10-AF1C42A62ED5}" dt="2021-12-14T14:06:02.330" v="53" actId="1076"/>
          <ac:picMkLst>
            <pc:docMk/>
            <pc:sldMk cId="2045030304" sldId="272"/>
            <ac:picMk id="4" creationId="{322790B7-250F-4B32-84AB-26A7C940066C}"/>
          </ac:picMkLst>
        </pc:picChg>
      </pc:sldChg>
    </pc:docChg>
  </pc:docChgLst>
  <pc:docChgLst>
    <pc:chgData name="Ramsey, Elizabeth J" userId="S::lizzyr@uab.edu::db5fb57d-ba13-4d04-8c3a-160f87a71d29" providerId="AD" clId="Web-{C018AC4C-0A5B-4AFB-BB3D-F14A1A31A4CD}"/>
    <pc:docChg chg="addSld modSld sldOrd">
      <pc:chgData name="Ramsey, Elizabeth J" userId="S::lizzyr@uab.edu::db5fb57d-ba13-4d04-8c3a-160f87a71d29" providerId="AD" clId="Web-{C018AC4C-0A5B-4AFB-BB3D-F14A1A31A4CD}" dt="2022-01-24T19:36:00.853" v="11"/>
      <pc:docMkLst>
        <pc:docMk/>
      </pc:docMkLst>
      <pc:sldChg chg="addSp delSp modSp new ord">
        <pc:chgData name="Ramsey, Elizabeth J" userId="S::lizzyr@uab.edu::db5fb57d-ba13-4d04-8c3a-160f87a71d29" providerId="AD" clId="Web-{C018AC4C-0A5B-4AFB-BB3D-F14A1A31A4CD}" dt="2022-01-24T19:36:00.853" v="11"/>
        <pc:sldMkLst>
          <pc:docMk/>
          <pc:sldMk cId="2428245613" sldId="280"/>
        </pc:sldMkLst>
        <pc:spChg chg="mod">
          <ac:chgData name="Ramsey, Elizabeth J" userId="S::lizzyr@uab.edu::db5fb57d-ba13-4d04-8c3a-160f87a71d29" providerId="AD" clId="Web-{C018AC4C-0A5B-4AFB-BB3D-F14A1A31A4CD}" dt="2022-01-24T19:27:13.043" v="10" actId="20577"/>
          <ac:spMkLst>
            <pc:docMk/>
            <pc:sldMk cId="2428245613" sldId="280"/>
            <ac:spMk id="2" creationId="{FCA078BC-7872-4526-AC34-F74D2EEE93A7}"/>
          </ac:spMkLst>
        </pc:spChg>
        <pc:spChg chg="del">
          <ac:chgData name="Ramsey, Elizabeth J" userId="S::lizzyr@uab.edu::db5fb57d-ba13-4d04-8c3a-160f87a71d29" providerId="AD" clId="Web-{C018AC4C-0A5B-4AFB-BB3D-F14A1A31A4CD}" dt="2022-01-24T19:27:05.574" v="1"/>
          <ac:spMkLst>
            <pc:docMk/>
            <pc:sldMk cId="2428245613" sldId="280"/>
            <ac:spMk id="3" creationId="{322858D6-82C1-4781-A048-A9555732B18F}"/>
          </ac:spMkLst>
        </pc:spChg>
        <pc:picChg chg="add mod ord">
          <ac:chgData name="Ramsey, Elizabeth J" userId="S::lizzyr@uab.edu::db5fb57d-ba13-4d04-8c3a-160f87a71d29" providerId="AD" clId="Web-{C018AC4C-0A5B-4AFB-BB3D-F14A1A31A4CD}" dt="2022-01-24T19:27:05.574" v="1"/>
          <ac:picMkLst>
            <pc:docMk/>
            <pc:sldMk cId="2428245613" sldId="280"/>
            <ac:picMk id="4" creationId="{6E0F1FBB-60B4-4EEC-9D40-14F8A84E02F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7A7932-2922-4B3F-A42B-A327C2EC4BBD}" type="datetimeFigureOut">
              <a:rPr lang="en-US"/>
              <a:t>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ECB86D-A408-4F68-9CEF-0A7148A0CD6C}" type="slidenum">
              <a:rPr lang="en-US"/>
              <a:t>‹#›</a:t>
            </a:fld>
            <a:endParaRPr lang="en-US"/>
          </a:p>
        </p:txBody>
      </p:sp>
    </p:spTree>
    <p:extLst>
      <p:ext uri="{BB962C8B-B14F-4D97-AF65-F5344CB8AC3E}">
        <p14:creationId xmlns:p14="http://schemas.microsoft.com/office/powerpoint/2010/main" val="396672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ECB86D-A408-4F68-9CEF-0A7148A0CD6C}" type="slidenum">
              <a:rPr lang="en-US" smtClean="0"/>
              <a:t>5</a:t>
            </a:fld>
            <a:endParaRPr lang="en-US"/>
          </a:p>
        </p:txBody>
      </p:sp>
    </p:spTree>
    <p:extLst>
      <p:ext uri="{BB962C8B-B14F-4D97-AF65-F5344CB8AC3E}">
        <p14:creationId xmlns:p14="http://schemas.microsoft.com/office/powerpoint/2010/main" val="544518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CECB86D-A408-4F68-9CEF-0A7148A0CD6C}" type="slidenum">
              <a:rPr lang="en-US" smtClean="0"/>
              <a:t>7</a:t>
            </a:fld>
            <a:endParaRPr lang="en-US"/>
          </a:p>
        </p:txBody>
      </p:sp>
    </p:spTree>
    <p:extLst>
      <p:ext uri="{BB962C8B-B14F-4D97-AF65-F5344CB8AC3E}">
        <p14:creationId xmlns:p14="http://schemas.microsoft.com/office/powerpoint/2010/main" val="1747699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Additional notes</a:t>
            </a:r>
            <a:endParaRPr lang="en-US"/>
          </a:p>
          <a:p>
            <a:r>
              <a:rPr lang="en-US">
                <a:cs typeface="Calibri"/>
              </a:rPr>
              <a:t>Chromatin organization - </a:t>
            </a:r>
            <a:r>
              <a:rPr lang="en-US"/>
              <a:t>MARs are DNA sequences where loops of DNA are tethered to the nuclear matrix. MARBPs bind these MAR sequences and thus interact with numerous regulatory and chromatin-modifying factors resulting in the assembly and organization of nuclear microenvironments that govern gene transcription.</a:t>
            </a:r>
          </a:p>
          <a:p>
            <a:r>
              <a:rPr lang="en-US">
                <a:cs typeface="Calibri"/>
              </a:rPr>
              <a:t>Transcription - </a:t>
            </a:r>
            <a:r>
              <a:rPr lang="en-US"/>
              <a:t>BANP is a strong CGI activator that controls essential metabolic genes in pluripotent stem and terminally differentiated neuronal cells. </a:t>
            </a:r>
            <a:endParaRPr lang="en-US">
              <a:cs typeface="Calibri"/>
            </a:endParaRPr>
          </a:p>
          <a:p>
            <a:endParaRPr lang="en-US"/>
          </a:p>
          <a:p>
            <a:r>
              <a:rPr lang="en-US"/>
              <a:t>1. Malonia, S.K., Sinha, S., Lakshminarasimhan, P., Singh, K., Jalota-Badhwar, A., </a:t>
            </a:r>
            <a:r>
              <a:rPr lang="en-US" err="1"/>
              <a:t>Rampalli</a:t>
            </a:r>
            <a:r>
              <a:rPr lang="en-US"/>
              <a:t>, S., Kaul-Ghanekar, R., and Chattopadhyay, S. (2011). Gene regulation by SMAR1: Role in cellular homeostasis and cancer. </a:t>
            </a:r>
            <a:r>
              <a:rPr lang="en-US" err="1"/>
              <a:t>Biochim</a:t>
            </a:r>
            <a:r>
              <a:rPr lang="en-US"/>
              <a:t>. </a:t>
            </a:r>
            <a:r>
              <a:rPr lang="en-US" err="1"/>
              <a:t>Biophys</a:t>
            </a:r>
            <a:r>
              <a:rPr lang="en-US"/>
              <a:t>. Acta 1815, 1–12.</a:t>
            </a:r>
          </a:p>
          <a:p>
            <a:r>
              <a:rPr lang="en-US"/>
              <a:t>2. Birot, A., Duret, L., Bartholin, L., Santalucia, B., </a:t>
            </a:r>
            <a:r>
              <a:rPr lang="en-US" err="1"/>
              <a:t>Tigaud</a:t>
            </a:r>
            <a:r>
              <a:rPr lang="en-US"/>
              <a:t>, I., </a:t>
            </a:r>
            <a:r>
              <a:rPr lang="en-US" err="1"/>
              <a:t>Magaud</a:t>
            </a:r>
            <a:r>
              <a:rPr lang="en-US"/>
              <a:t>, J., and Rouault, J. (2000). Identification and molecular analysis of BANP. Gene 253, 189–196.</a:t>
            </a:r>
            <a:endParaRPr lang="en-US">
              <a:cs typeface="Calibri"/>
            </a:endParaRPr>
          </a:p>
          <a:p>
            <a:r>
              <a:rPr lang="en-US"/>
              <a:t>3. Grand, R.S., Burger, L., </a:t>
            </a:r>
            <a:r>
              <a:rPr lang="en-US" err="1"/>
              <a:t>Gräwe</a:t>
            </a:r>
            <a:r>
              <a:rPr lang="en-US"/>
              <a:t>, C., Michael, A.K., Isbel, L., Hess, D., Hoerner, L., </a:t>
            </a:r>
            <a:r>
              <a:rPr lang="en-US" err="1"/>
              <a:t>Iesmantavicius</a:t>
            </a:r>
            <a:r>
              <a:rPr lang="en-US"/>
              <a:t>, V., Durdu, S., </a:t>
            </a:r>
            <a:r>
              <a:rPr lang="en-US" err="1"/>
              <a:t>Pregnolato</a:t>
            </a:r>
            <a:r>
              <a:rPr lang="en-US"/>
              <a:t>, M., et al. (2021). BANP opens chromatin and activates CpG-island-regulated genes. Nature 596, 133–137.</a:t>
            </a:r>
            <a:endParaRPr lang="en-US">
              <a:cs typeface="Calibri"/>
            </a:endParaRPr>
          </a:p>
          <a:p>
            <a:r>
              <a:rPr lang="en-US"/>
              <a:t>4. Kaul-Ghanekar, R., Majumdar, S., Jalota, A., Gulati, N., Dubey, N., Saha, B., and Chattopadhyay, S. (2005). Abnormal V(D)J recombination of T cell receptor beta locus in SMAR1 transgenic mice. J. Biol. Chem. 280, 9450–9459.</a:t>
            </a:r>
            <a:endParaRPr lang="en-US">
              <a:cs typeface="Calibri"/>
            </a:endParaRPr>
          </a:p>
          <a:p>
            <a:r>
              <a:rPr lang="en-US"/>
              <a:t>5. </a:t>
            </a:r>
            <a:r>
              <a:rPr lang="en-US" err="1"/>
              <a:t>Mirlekar</a:t>
            </a:r>
            <a:r>
              <a:rPr lang="en-US"/>
              <a:t>, B., Gautam, D., and Chattopadhyay, S. (2017). Chromatin remodeling protein SMAR1 is a critical regulator of T helper cell differentiation and inflammatory diseases. Front. Immunol. 8, 72.</a:t>
            </a:r>
            <a:endParaRPr lang="en-US">
              <a:cs typeface="Calibri"/>
            </a:endParaRPr>
          </a:p>
        </p:txBody>
      </p:sp>
      <p:sp>
        <p:nvSpPr>
          <p:cNvPr id="4" name="Slide Number Placeholder 3"/>
          <p:cNvSpPr>
            <a:spLocks noGrp="1"/>
          </p:cNvSpPr>
          <p:nvPr>
            <p:ph type="sldNum" sz="quarter" idx="5"/>
          </p:nvPr>
        </p:nvSpPr>
        <p:spPr/>
        <p:txBody>
          <a:bodyPr/>
          <a:lstStyle/>
          <a:p>
            <a:fld id="{9CECB86D-A408-4F68-9CEF-0A7148A0CD6C}" type="slidenum">
              <a:rPr lang="en-US"/>
              <a:t>10</a:t>
            </a:fld>
            <a:endParaRPr lang="en-US"/>
          </a:p>
        </p:txBody>
      </p:sp>
    </p:spTree>
    <p:extLst>
      <p:ext uri="{BB962C8B-B14F-4D97-AF65-F5344CB8AC3E}">
        <p14:creationId xmlns:p14="http://schemas.microsoft.com/office/powerpoint/2010/main" val="380470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500"/>
              </a:spcBef>
            </a:pPr>
            <a:endParaRPr lang="en-US" b="1">
              <a:cs typeface="Calibri"/>
            </a:endParaRPr>
          </a:p>
        </p:txBody>
      </p:sp>
      <p:sp>
        <p:nvSpPr>
          <p:cNvPr id="4" name="Slide Number Placeholder 3"/>
          <p:cNvSpPr>
            <a:spLocks noGrp="1"/>
          </p:cNvSpPr>
          <p:nvPr>
            <p:ph type="sldNum" sz="quarter" idx="5"/>
          </p:nvPr>
        </p:nvSpPr>
        <p:spPr/>
        <p:txBody>
          <a:bodyPr/>
          <a:lstStyle/>
          <a:p>
            <a:fld id="{9CECB86D-A408-4F68-9CEF-0A7148A0CD6C}" type="slidenum">
              <a:rPr lang="en-US"/>
              <a:t>12</a:t>
            </a:fld>
            <a:endParaRPr lang="en-US"/>
          </a:p>
        </p:txBody>
      </p:sp>
    </p:spTree>
    <p:extLst>
      <p:ext uri="{BB962C8B-B14F-4D97-AF65-F5344CB8AC3E}">
        <p14:creationId xmlns:p14="http://schemas.microsoft.com/office/powerpoint/2010/main" val="3048169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Malonia, S.K., Sinha, S., Lakshminarasimhan, P., Singh, K., Jalota-Badhwar, A., </a:t>
            </a:r>
            <a:r>
              <a:rPr lang="en-US" err="1"/>
              <a:t>Rampalli</a:t>
            </a:r>
            <a:r>
              <a:rPr lang="en-US"/>
              <a:t>, S., Kaul-Ghanekar, R., and Chattopadhyay, S. (2011). Gene regulation by SMAR1: Role in cellular homeostasis and cancer. </a:t>
            </a:r>
            <a:r>
              <a:rPr lang="en-US" err="1"/>
              <a:t>Biochem</a:t>
            </a:r>
            <a:r>
              <a:rPr lang="en-US"/>
              <a:t>. </a:t>
            </a:r>
            <a:r>
              <a:rPr lang="en-US" err="1"/>
              <a:t>Biophys</a:t>
            </a:r>
            <a:r>
              <a:rPr lang="en-US"/>
              <a:t>. Acta 1815, 1–12.</a:t>
            </a:r>
          </a:p>
        </p:txBody>
      </p:sp>
      <p:sp>
        <p:nvSpPr>
          <p:cNvPr id="4" name="Slide Number Placeholder 3"/>
          <p:cNvSpPr>
            <a:spLocks noGrp="1"/>
          </p:cNvSpPr>
          <p:nvPr>
            <p:ph type="sldNum" sz="quarter" idx="5"/>
          </p:nvPr>
        </p:nvSpPr>
        <p:spPr/>
        <p:txBody>
          <a:bodyPr/>
          <a:lstStyle/>
          <a:p>
            <a:fld id="{9CECB86D-A408-4F68-9CEF-0A7148A0CD6C}" type="slidenum">
              <a:rPr lang="en-US"/>
              <a:t>14</a:t>
            </a:fld>
            <a:endParaRPr lang="en-US"/>
          </a:p>
        </p:txBody>
      </p:sp>
    </p:spTree>
    <p:extLst>
      <p:ext uri="{BB962C8B-B14F-4D97-AF65-F5344CB8AC3E}">
        <p14:creationId xmlns:p14="http://schemas.microsoft.com/office/powerpoint/2010/main" val="2584236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2/7/2022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sciwheel.com/work/citation?ids=11791117&amp;pre=&amp;suf=&amp;sa=0" TargetMode="External"/><Relationship Id="rId7" Type="http://schemas.openxmlformats.org/officeDocument/2006/relationships/hyperlink" Target="https://sciwheel.com/work/citation?ids=7034051&amp;pre=&amp;suf=&amp;sa=0"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sciwheel.com/work/citation?ids=4760691&amp;pre=&amp;suf=&amp;sa=0" TargetMode="External"/><Relationship Id="rId5" Type="http://schemas.openxmlformats.org/officeDocument/2006/relationships/hyperlink" Target="https://sciwheel.com/work/citation?ids=11339742&amp;pre=&amp;suf=&amp;sa=0" TargetMode="External"/><Relationship Id="rId4" Type="http://schemas.openxmlformats.org/officeDocument/2006/relationships/hyperlink" Target="https://sciwheel.com/work/citation?ids=11790783&amp;pre=&amp;suf=&amp;sa=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ncbi.nlm.nih.gov/clinvar/?term=BANP%5Bgene%5D&amp;redir=gene"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www.informatics.jax.org/marker/MGI:1889023" TargetMode="External"/><Relationship Id="rId7" Type="http://schemas.openxmlformats.org/officeDocument/2006/relationships/hyperlink" Target="https://zfin.org/ZDB-GENE-050522-54" TargetMode="Externa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hyperlink" Target="https://rgd.mcw.edu/rgdweb/report/gene/main.html?id=RGD:1307464" TargetMode="External"/><Relationship Id="rId5" Type="http://schemas.openxmlformats.org/officeDocument/2006/relationships/hyperlink" Target="https://www.jax.org/strain/033960" TargetMode="External"/><Relationship Id="rId4" Type="http://schemas.openxmlformats.org/officeDocument/2006/relationships/hyperlink" Target="http://www.informatics.jax.org/marker/phenotypes/MGI:1889023"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biorxiv.org/content/10.1101/2021.11.03.467208v1"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160;https:/www.gentar.org/tracker/#/" TargetMode="Externa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hyperlink" Target="https://www.gentar.org/tracker/#/projects/TPN:000006699" TargetMode="External"/><Relationship Id="rId5" Type="http://schemas.openxmlformats.org/officeDocument/2006/relationships/hyperlink" Target="https://www.gentar.org/tracker/#/projects/TPN:000016703" TargetMode="External"/><Relationship Id="rId4" Type="http://schemas.openxmlformats.org/officeDocument/2006/relationships/hyperlink" Target="https://www.gentar.org/tracker/#/projects/TPN:00001193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b="1">
                <a:cs typeface="Calibri Light"/>
              </a:rPr>
              <a:t>CPAM0066</a:t>
            </a:r>
            <a:endParaRPr lang="en-US" b="1">
              <a:cs typeface="Calibri Light" panose="020F0302020204030204"/>
            </a:endParaRPr>
          </a:p>
        </p:txBody>
      </p:sp>
      <p:sp>
        <p:nvSpPr>
          <p:cNvPr id="3" name="Subtitle 2"/>
          <p:cNvSpPr>
            <a:spLocks noGrp="1"/>
          </p:cNvSpPr>
          <p:nvPr>
            <p:ph type="subTitle" idx="1"/>
          </p:nvPr>
        </p:nvSpPr>
        <p:spPr>
          <a:xfrm>
            <a:off x="1524000" y="4218895"/>
            <a:ext cx="9144000" cy="1038905"/>
          </a:xfrm>
        </p:spPr>
        <p:txBody>
          <a:bodyPr vert="horz" lIns="91440" tIns="45720" rIns="91440" bIns="45720" rtlCol="0" anchor="t">
            <a:normAutofit/>
          </a:bodyPr>
          <a:lstStyle/>
          <a:p>
            <a:r>
              <a:rPr lang="en-US" sz="3200">
                <a:ea typeface="+mn-lt"/>
                <a:cs typeface="+mn-lt"/>
              </a:rPr>
              <a:t>NM_001173543.1(BANP): c.1372G&gt;A, p.Val458Met</a:t>
            </a:r>
            <a:endParaRPr lang="en-US" sz="320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F97A32E-DAE0-AB43-AC46-F2C53380CDDD}"/>
              </a:ext>
            </a:extLst>
          </p:cNvPr>
          <p:cNvGraphicFramePr>
            <a:graphicFrameLocks noGrp="1"/>
          </p:cNvGraphicFramePr>
          <p:nvPr>
            <p:extLst>
              <p:ext uri="{D42A27DB-BD31-4B8C-83A1-F6EECF244321}">
                <p14:modId xmlns:p14="http://schemas.microsoft.com/office/powerpoint/2010/main" val="3239918069"/>
              </p:ext>
            </p:extLst>
          </p:nvPr>
        </p:nvGraphicFramePr>
        <p:xfrm>
          <a:off x="269487" y="382747"/>
          <a:ext cx="11653025" cy="6092506"/>
        </p:xfrm>
        <a:graphic>
          <a:graphicData uri="http://schemas.openxmlformats.org/drawingml/2006/table">
            <a:tbl>
              <a:tblPr firstRow="1" bandRow="1">
                <a:tableStyleId>{BC89EF96-8CEA-46FF-86C4-4CE0E7609802}</a:tableStyleId>
              </a:tblPr>
              <a:tblGrid>
                <a:gridCol w="2875157">
                  <a:extLst>
                    <a:ext uri="{9D8B030D-6E8A-4147-A177-3AD203B41FA5}">
                      <a16:colId xmlns:a16="http://schemas.microsoft.com/office/drawing/2014/main" val="4220779281"/>
                    </a:ext>
                  </a:extLst>
                </a:gridCol>
                <a:gridCol w="8777868">
                  <a:extLst>
                    <a:ext uri="{9D8B030D-6E8A-4147-A177-3AD203B41FA5}">
                      <a16:colId xmlns:a16="http://schemas.microsoft.com/office/drawing/2014/main" val="2290126014"/>
                    </a:ext>
                  </a:extLst>
                </a:gridCol>
              </a:tblGrid>
              <a:tr h="518120">
                <a:tc>
                  <a:txBody>
                    <a:bodyPr/>
                    <a:lstStyle/>
                    <a:p>
                      <a:r>
                        <a:rPr lang="en-US" b="0"/>
                        <a:t>Nominated by</a:t>
                      </a: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b="0">
                          <a:cs typeface="Calibri"/>
                        </a:rPr>
                        <a:t>Dr. Kai Jia and Dr. Anna Hurst (UAB)</a:t>
                      </a:r>
                    </a:p>
                  </a:txBody>
                  <a:tcPr/>
                </a:tc>
                <a:extLst>
                  <a:ext uri="{0D108BD9-81ED-4DB2-BD59-A6C34878D82A}">
                    <a16:rowId xmlns:a16="http://schemas.microsoft.com/office/drawing/2014/main" val="3164320518"/>
                  </a:ext>
                </a:extLst>
              </a:tr>
              <a:tr h="691376">
                <a:tc>
                  <a:txBody>
                    <a:bodyPr/>
                    <a:lstStyle/>
                    <a:p>
                      <a:r>
                        <a:rPr lang="en-US" b="0"/>
                        <a:t>Phenotype</a:t>
                      </a:r>
                    </a:p>
                  </a:txBody>
                  <a:tcPr/>
                </a:tc>
                <a:tc>
                  <a:txBody>
                    <a:bodyPr/>
                    <a:lstStyle/>
                    <a:p>
                      <a:r>
                        <a:rPr lang="en-US" b="0"/>
                        <a:t>Double-outlet right ventricle (congenital heart defect)</a:t>
                      </a:r>
                    </a:p>
                    <a:p>
                      <a:r>
                        <a:rPr lang="en-US" b="0"/>
                        <a:t>Severe combined immunodeficiency</a:t>
                      </a:r>
                    </a:p>
                  </a:txBody>
                  <a:tcPr/>
                </a:tc>
                <a:extLst>
                  <a:ext uri="{0D108BD9-81ED-4DB2-BD59-A6C34878D82A}">
                    <a16:rowId xmlns:a16="http://schemas.microsoft.com/office/drawing/2014/main" val="456465417"/>
                  </a:ext>
                </a:extLst>
              </a:tr>
              <a:tr h="544066">
                <a:tc>
                  <a:txBody>
                    <a:bodyPr/>
                    <a:lstStyle/>
                    <a:p>
                      <a:r>
                        <a:rPr lang="en-US"/>
                        <a:t>Sequencing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a:t>Trio WGS at </a:t>
                      </a:r>
                      <a:r>
                        <a:rPr lang="en-US" sz="1800" err="1"/>
                        <a:t>HudsonAlpha</a:t>
                      </a:r>
                      <a:r>
                        <a:rPr lang="en-US" sz="1800"/>
                        <a:t> Clinical Services Laboratory</a:t>
                      </a:r>
                    </a:p>
                  </a:txBody>
                  <a:tcPr/>
                </a:tc>
                <a:extLst>
                  <a:ext uri="{0D108BD9-81ED-4DB2-BD59-A6C34878D82A}">
                    <a16:rowId xmlns:a16="http://schemas.microsoft.com/office/drawing/2014/main" val="3789555790"/>
                  </a:ext>
                </a:extLst>
              </a:tr>
              <a:tr h="544066">
                <a:tc>
                  <a:txBody>
                    <a:bodyPr/>
                    <a:lstStyle/>
                    <a:p>
                      <a:r>
                        <a:rPr lang="en-US"/>
                        <a:t>Candidate variant</a:t>
                      </a:r>
                    </a:p>
                  </a:txBody>
                  <a:tcPr/>
                </a:tc>
                <a:tc>
                  <a:txBody>
                    <a:bodyPr/>
                    <a:lstStyle/>
                    <a:p>
                      <a:pPr lvl="0" algn="l">
                        <a:lnSpc>
                          <a:spcPct val="100000"/>
                        </a:lnSpc>
                        <a:spcBef>
                          <a:spcPts val="0"/>
                        </a:spcBef>
                        <a:spcAft>
                          <a:spcPts val="0"/>
                        </a:spcAft>
                        <a:buNone/>
                      </a:pPr>
                      <a:r>
                        <a:rPr lang="en-US" sz="1800" b="0" i="0" u="none" strike="noStrike" noProof="0">
                          <a:latin typeface="+mn-lt"/>
                        </a:rPr>
                        <a:t>NM_001173543.1(BANP): c.1372G&gt;A, p.Val458Met (Het; </a:t>
                      </a:r>
                      <a:r>
                        <a:rPr lang="en-US" sz="1800" b="0" i="1" u="none" strike="noStrike" noProof="0">
                          <a:latin typeface="+mn-lt"/>
                        </a:rPr>
                        <a:t>De novo</a:t>
                      </a:r>
                      <a:r>
                        <a:rPr lang="en-US" sz="1800" b="0" i="0" u="none" strike="noStrike" noProof="0">
                          <a:latin typeface="+mn-lt"/>
                        </a:rPr>
                        <a:t>; VUS)</a:t>
                      </a:r>
                      <a:endParaRPr lang="en-US" b="0"/>
                    </a:p>
                  </a:txBody>
                  <a:tcPr/>
                </a:tc>
                <a:extLst>
                  <a:ext uri="{0D108BD9-81ED-4DB2-BD59-A6C34878D82A}">
                    <a16:rowId xmlns:a16="http://schemas.microsoft.com/office/drawing/2014/main" val="1721656432"/>
                  </a:ext>
                </a:extLst>
              </a:tr>
              <a:tr h="447958">
                <a:tc>
                  <a:txBody>
                    <a:bodyPr/>
                    <a:lstStyle/>
                    <a:p>
                      <a:r>
                        <a:rPr lang="en-US"/>
                        <a:t>ACMG classification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Variant of uncertain significance (PS2, PM2)</a:t>
                      </a:r>
                    </a:p>
                  </a:txBody>
                  <a:tcPr/>
                </a:tc>
                <a:extLst>
                  <a:ext uri="{0D108BD9-81ED-4DB2-BD59-A6C34878D82A}">
                    <a16:rowId xmlns:a16="http://schemas.microsoft.com/office/drawing/2014/main" val="1374614933"/>
                  </a:ext>
                </a:extLst>
              </a:tr>
              <a:tr h="447958">
                <a:tc>
                  <a:txBody>
                    <a:bodyPr/>
                    <a:lstStyle/>
                    <a:p>
                      <a:r>
                        <a:rPr lang="en-US"/>
                        <a:t>Model of interest</a:t>
                      </a:r>
                    </a:p>
                  </a:txBody>
                  <a:tcPr/>
                </a:tc>
                <a:tc>
                  <a:txBody>
                    <a:bodyPr/>
                    <a:lstStyle/>
                    <a:p>
                      <a:r>
                        <a:rPr lang="en-US"/>
                        <a:t>Mouse</a:t>
                      </a:r>
                    </a:p>
                  </a:txBody>
                  <a:tcPr/>
                </a:tc>
                <a:extLst>
                  <a:ext uri="{0D108BD9-81ED-4DB2-BD59-A6C34878D82A}">
                    <a16:rowId xmlns:a16="http://schemas.microsoft.com/office/drawing/2014/main" val="2888118854"/>
                  </a:ext>
                </a:extLst>
              </a:tr>
              <a:tr h="1435922">
                <a:tc>
                  <a:txBody>
                    <a:bodyPr/>
                    <a:lstStyle/>
                    <a:p>
                      <a:r>
                        <a:rPr lang="en-US"/>
                        <a:t>Goals</a:t>
                      </a:r>
                    </a:p>
                  </a:txBody>
                  <a:tcPr/>
                </a:tc>
                <a:tc>
                  <a:txBody>
                    <a:bodyPr/>
                    <a:lstStyle/>
                    <a:p>
                      <a:pPr marL="285750" indent="-285750">
                        <a:buFont typeface="Arial" panose="020B0604020202020204" pitchFamily="34" charset="0"/>
                        <a:buChar char="•"/>
                      </a:pPr>
                      <a:r>
                        <a:rPr lang="en-US">
                          <a:cs typeface="Calibri"/>
                        </a:rPr>
                        <a:t>ACMG classification on causality</a:t>
                      </a:r>
                    </a:p>
                    <a:p>
                      <a:pPr marL="285750" indent="-285750">
                        <a:buFont typeface="Arial" panose="020B0604020202020204" pitchFamily="34" charset="0"/>
                        <a:buChar char="•"/>
                      </a:pPr>
                      <a:r>
                        <a:rPr lang="en-US">
                          <a:cs typeface="Calibri"/>
                        </a:rPr>
                        <a:t>Functional impact confirmation</a:t>
                      </a:r>
                    </a:p>
                    <a:p>
                      <a:pPr marL="285750" indent="-285750">
                        <a:buFont typeface="Arial" panose="020B0604020202020204" pitchFamily="34" charset="0"/>
                        <a:buChar char="•"/>
                      </a:pPr>
                      <a:r>
                        <a:rPr lang="en-US">
                          <a:cs typeface="Calibri"/>
                        </a:rPr>
                        <a:t>Downstream applications (research focused)</a:t>
                      </a:r>
                    </a:p>
                    <a:p>
                      <a:pPr marL="285750" indent="-285750">
                        <a:buFont typeface="Arial" panose="020B0604020202020204" pitchFamily="34" charset="0"/>
                        <a:buChar char="•"/>
                      </a:pPr>
                      <a:r>
                        <a:rPr lang="en-US">
                          <a:cs typeface="Calibri"/>
                        </a:rPr>
                        <a:t>Testing potential treatment options</a:t>
                      </a:r>
                    </a:p>
                  </a:txBody>
                  <a:tcPr/>
                </a:tc>
                <a:extLst>
                  <a:ext uri="{0D108BD9-81ED-4DB2-BD59-A6C34878D82A}">
                    <a16:rowId xmlns:a16="http://schemas.microsoft.com/office/drawing/2014/main" val="3192542392"/>
                  </a:ext>
                </a:extLst>
              </a:tr>
              <a:tr h="447958">
                <a:tc>
                  <a:txBody>
                    <a:bodyPr/>
                    <a:lstStyle/>
                    <a:p>
                      <a:r>
                        <a:rPr lang="en-US"/>
                        <a:t>Secondary sequencing result</a:t>
                      </a:r>
                    </a:p>
                  </a:txBody>
                  <a:tcPr/>
                </a:tc>
                <a:tc>
                  <a:txBody>
                    <a:bodyPr/>
                    <a:lstStyle/>
                    <a:p>
                      <a:pPr lvl="0" algn="l">
                        <a:lnSpc>
                          <a:spcPct val="100000"/>
                        </a:lnSpc>
                        <a:spcBef>
                          <a:spcPts val="0"/>
                        </a:spcBef>
                        <a:spcAft>
                          <a:spcPts val="0"/>
                        </a:spcAft>
                        <a:buNone/>
                      </a:pPr>
                      <a:r>
                        <a:rPr lang="en-US" sz="1800" b="0" i="0" u="none" strike="noStrike" noProof="0">
                          <a:latin typeface="+mn-lt"/>
                        </a:rPr>
                        <a:t>KCNH2 c.1979C&gt;T, p.Ser660Leu</a:t>
                      </a:r>
                      <a:endParaRPr lang="en-US"/>
                    </a:p>
                    <a:p>
                      <a:pPr marL="285750" lvl="0" indent="-285750" algn="l">
                        <a:lnSpc>
                          <a:spcPct val="100000"/>
                        </a:lnSpc>
                        <a:spcBef>
                          <a:spcPts val="0"/>
                        </a:spcBef>
                        <a:spcAft>
                          <a:spcPts val="0"/>
                        </a:spcAft>
                        <a:buFont typeface="Arial"/>
                        <a:buChar char="•"/>
                      </a:pPr>
                      <a:r>
                        <a:rPr lang="en-US" sz="1800" b="0" i="0" u="none" strike="noStrike" noProof="0">
                          <a:latin typeface="+mn-lt"/>
                        </a:rPr>
                        <a:t>Variant has conflicting interpretations of pathogenicity</a:t>
                      </a:r>
                    </a:p>
                    <a:p>
                      <a:pPr marL="285750" lvl="0" indent="-285750" algn="l">
                        <a:lnSpc>
                          <a:spcPct val="100000"/>
                        </a:lnSpc>
                        <a:spcBef>
                          <a:spcPts val="0"/>
                        </a:spcBef>
                        <a:spcAft>
                          <a:spcPts val="0"/>
                        </a:spcAft>
                        <a:buFont typeface="Arial"/>
                        <a:buChar char="•"/>
                      </a:pPr>
                      <a:r>
                        <a:rPr lang="en-US" sz="1800" b="0" i="0" u="none" strike="noStrike" noProof="0"/>
                        <a:t>Observed in individuals suspected to have long QT syndrome and several individuals referred for long QT syndrome genetic testing</a:t>
                      </a:r>
                      <a:endParaRPr lang="en-US" sz="1800" b="0" i="0" u="none" strike="noStrike" noProof="0">
                        <a:latin typeface="+mn-lt"/>
                      </a:endParaRPr>
                    </a:p>
                    <a:p>
                      <a:pPr marL="285750" lvl="0" indent="-285750" algn="l">
                        <a:lnSpc>
                          <a:spcPct val="100000"/>
                        </a:lnSpc>
                        <a:spcBef>
                          <a:spcPts val="0"/>
                        </a:spcBef>
                        <a:spcAft>
                          <a:spcPts val="0"/>
                        </a:spcAft>
                        <a:buFont typeface="Arial"/>
                        <a:buChar char="•"/>
                      </a:pPr>
                      <a:r>
                        <a:rPr lang="en-US" sz="1800" b="0" i="0" u="none" strike="noStrike" noProof="0">
                          <a:latin typeface="+mn-lt"/>
                        </a:rPr>
                        <a:t>This participant has </a:t>
                      </a:r>
                      <a:r>
                        <a:rPr lang="en-US" sz="1800" b="0" i="0" u="none" strike="noStrike" noProof="0"/>
                        <a:t>one normal and one borderline measurement on EKGs</a:t>
                      </a:r>
                      <a:endParaRPr lang="en-US" sz="1800" b="0" i="0" u="none" strike="noStrike" noProof="0">
                        <a:latin typeface="+mn-lt"/>
                      </a:endParaRPr>
                    </a:p>
                  </a:txBody>
                  <a:tcPr/>
                </a:tc>
                <a:extLst>
                  <a:ext uri="{0D108BD9-81ED-4DB2-BD59-A6C34878D82A}">
                    <a16:rowId xmlns:a16="http://schemas.microsoft.com/office/drawing/2014/main" val="1178323072"/>
                  </a:ext>
                </a:extLst>
              </a:tr>
            </a:tbl>
          </a:graphicData>
        </a:graphic>
      </p:graphicFrame>
    </p:spTree>
    <p:extLst>
      <p:ext uri="{BB962C8B-B14F-4D97-AF65-F5344CB8AC3E}">
        <p14:creationId xmlns:p14="http://schemas.microsoft.com/office/powerpoint/2010/main" val="1614779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302B3-5986-E148-8F6E-D08027373AF4}"/>
              </a:ext>
            </a:extLst>
          </p:cNvPr>
          <p:cNvSpPr>
            <a:spLocks noGrp="1"/>
          </p:cNvSpPr>
          <p:nvPr>
            <p:ph type="title"/>
          </p:nvPr>
        </p:nvSpPr>
        <p:spPr/>
        <p:txBody>
          <a:bodyPr/>
          <a:lstStyle/>
          <a:p>
            <a:r>
              <a:rPr lang="en-US"/>
              <a:t>Clinical History</a:t>
            </a:r>
          </a:p>
        </p:txBody>
      </p:sp>
      <p:sp>
        <p:nvSpPr>
          <p:cNvPr id="3" name="Content Placeholder 2">
            <a:extLst>
              <a:ext uri="{FF2B5EF4-FFF2-40B4-BE49-F238E27FC236}">
                <a16:creationId xmlns:a16="http://schemas.microsoft.com/office/drawing/2014/main" id="{6DDA4246-F4E7-FA4D-A23C-B0E2BC32FF86}"/>
              </a:ext>
            </a:extLst>
          </p:cNvPr>
          <p:cNvSpPr>
            <a:spLocks noGrp="1"/>
          </p:cNvSpPr>
          <p:nvPr>
            <p:ph idx="1"/>
          </p:nvPr>
        </p:nvSpPr>
        <p:spPr/>
        <p:txBody>
          <a:bodyPr/>
          <a:lstStyle/>
          <a:p>
            <a:r>
              <a:rPr lang="en-US"/>
              <a:t>35w6d gestation, spontaneous labor, vaginal delivery, </a:t>
            </a:r>
            <a:r>
              <a:rPr lang="en-US" err="1"/>
              <a:t>Apgars</a:t>
            </a:r>
            <a:r>
              <a:rPr lang="en-US"/>
              <a:t> 7/9, BW 2140g</a:t>
            </a:r>
          </a:p>
          <a:p>
            <a:r>
              <a:rPr lang="en-US"/>
              <a:t>Pregnancy complicated by maternal hypertension</a:t>
            </a:r>
          </a:p>
          <a:p>
            <a:r>
              <a:rPr lang="en-US"/>
              <a:t>Heart murmur noted at birth, hypoxia: Double outlet right ventricle (DORV), moderate pulmonic stenosis, mild aortic insufficiency, small patent ductus arteriosus</a:t>
            </a:r>
          </a:p>
          <a:p>
            <a:r>
              <a:rPr lang="en-US"/>
              <a:t>Newborn screen positive for severe combined immunodeficiency (SCID), confirmed on further testing</a:t>
            </a:r>
          </a:p>
        </p:txBody>
      </p:sp>
    </p:spTree>
    <p:extLst>
      <p:ext uri="{BB962C8B-B14F-4D97-AF65-F5344CB8AC3E}">
        <p14:creationId xmlns:p14="http://schemas.microsoft.com/office/powerpoint/2010/main" val="1640494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0632AA-C1D1-974A-B4A1-56801D8FEDE4}"/>
              </a:ext>
            </a:extLst>
          </p:cNvPr>
          <p:cNvSpPr>
            <a:spLocks noGrp="1"/>
          </p:cNvSpPr>
          <p:nvPr>
            <p:ph type="title"/>
          </p:nvPr>
        </p:nvSpPr>
        <p:spPr/>
        <p:txBody>
          <a:bodyPr/>
          <a:lstStyle/>
          <a:p>
            <a:r>
              <a:rPr lang="en-US"/>
              <a:t>Double Outlet Right Ventricle</a:t>
            </a:r>
          </a:p>
        </p:txBody>
      </p:sp>
      <p:pic>
        <p:nvPicPr>
          <p:cNvPr id="1026" name="Picture 2" descr="Normal heart and DORV heart illustration ">
            <a:extLst>
              <a:ext uri="{FF2B5EF4-FFF2-40B4-BE49-F238E27FC236}">
                <a16:creationId xmlns:a16="http://schemas.microsoft.com/office/drawing/2014/main" id="{DD81DD93-6D6A-B841-9CA8-15EE5FE72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499" y="1690688"/>
            <a:ext cx="9525000" cy="44450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DA17A28-7AAD-9D4B-AFA3-FF431BAA1985}"/>
              </a:ext>
            </a:extLst>
          </p:cNvPr>
          <p:cNvSpPr txBox="1"/>
          <p:nvPr/>
        </p:nvSpPr>
        <p:spPr>
          <a:xfrm>
            <a:off x="1838652" y="6308209"/>
            <a:ext cx="8514693" cy="369332"/>
          </a:xfrm>
          <a:prstGeom prst="rect">
            <a:avLst/>
          </a:prstGeom>
          <a:noFill/>
        </p:spPr>
        <p:txBody>
          <a:bodyPr wrap="square">
            <a:spAutoFit/>
          </a:bodyPr>
          <a:lstStyle/>
          <a:p>
            <a:r>
              <a:rPr lang="en-US"/>
              <a:t>https://</a:t>
            </a:r>
            <a:r>
              <a:rPr lang="en-US" err="1"/>
              <a:t>www.childrenshospital.org</a:t>
            </a:r>
            <a:r>
              <a:rPr lang="en-US"/>
              <a:t>/conditions-and-treatments/conditions/d/</a:t>
            </a:r>
            <a:r>
              <a:rPr lang="en-US" err="1"/>
              <a:t>dorv</a:t>
            </a:r>
            <a:endParaRPr lang="en-US"/>
          </a:p>
        </p:txBody>
      </p:sp>
    </p:spTree>
    <p:extLst>
      <p:ext uri="{BB962C8B-B14F-4D97-AF65-F5344CB8AC3E}">
        <p14:creationId xmlns:p14="http://schemas.microsoft.com/office/powerpoint/2010/main" val="297021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9320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6C84CC-227F-6540-BFEF-5CE5C702DEA0}"/>
              </a:ext>
            </a:extLst>
          </p:cNvPr>
          <p:cNvSpPr>
            <a:spLocks noGrp="1"/>
          </p:cNvSpPr>
          <p:nvPr>
            <p:ph type="title"/>
          </p:nvPr>
        </p:nvSpPr>
        <p:spPr>
          <a:xfrm>
            <a:off x="524741" y="620392"/>
            <a:ext cx="3808268" cy="5504688"/>
          </a:xfrm>
        </p:spPr>
        <p:txBody>
          <a:bodyPr vert="horz" lIns="91440" tIns="45720" rIns="91440" bIns="45720" rtlCol="0" anchor="ctr">
            <a:normAutofit/>
          </a:bodyPr>
          <a:lstStyle/>
          <a:p>
            <a:r>
              <a:rPr lang="en-US" sz="4700" kern="1200">
                <a:solidFill>
                  <a:schemeClr val="bg1"/>
                </a:solidFill>
                <a:latin typeface="+mj-lt"/>
                <a:ea typeface="+mj-ea"/>
                <a:cs typeface="+mj-cs"/>
              </a:rPr>
              <a:t>Genes Associated with Nonsyndromic CHD</a:t>
            </a:r>
          </a:p>
        </p:txBody>
      </p:sp>
      <p:grpSp>
        <p:nvGrpSpPr>
          <p:cNvPr id="7" name="Group 6">
            <a:extLst>
              <a:ext uri="{FF2B5EF4-FFF2-40B4-BE49-F238E27FC236}">
                <a16:creationId xmlns:a16="http://schemas.microsoft.com/office/drawing/2014/main" id="{0C831F14-6CA3-E64E-8011-77899A19DB23}"/>
              </a:ext>
            </a:extLst>
          </p:cNvPr>
          <p:cNvGrpSpPr/>
          <p:nvPr/>
        </p:nvGrpSpPr>
        <p:grpSpPr>
          <a:xfrm>
            <a:off x="6523866" y="620392"/>
            <a:ext cx="4152685" cy="5504688"/>
            <a:chOff x="995298" y="1282700"/>
            <a:chExt cx="3835400" cy="5084104"/>
          </a:xfrm>
        </p:grpSpPr>
        <p:pic>
          <p:nvPicPr>
            <p:cNvPr id="4" name="Picture 3" descr="Table&#10;&#10;Description automatically generated">
              <a:extLst>
                <a:ext uri="{FF2B5EF4-FFF2-40B4-BE49-F238E27FC236}">
                  <a16:creationId xmlns:a16="http://schemas.microsoft.com/office/drawing/2014/main" id="{49A46AA6-0EA5-D841-BABD-5AE3627F2365}"/>
                </a:ext>
              </a:extLst>
            </p:cNvPr>
            <p:cNvPicPr>
              <a:picLocks noChangeAspect="1"/>
            </p:cNvPicPr>
            <p:nvPr/>
          </p:nvPicPr>
          <p:blipFill rotWithShape="1">
            <a:blip r:embed="rId3">
              <a:extLst>
                <a:ext uri="{28A0092B-C50C-407E-A947-70E740481C1C}">
                  <a14:useLocalDpi xmlns:a14="http://schemas.microsoft.com/office/drawing/2010/main" val="0"/>
                </a:ext>
              </a:extLst>
            </a:blip>
            <a:srcRect b="2937"/>
            <a:stretch/>
          </p:blipFill>
          <p:spPr>
            <a:xfrm>
              <a:off x="995298" y="1282700"/>
              <a:ext cx="3835400" cy="4166529"/>
            </a:xfrm>
            <a:prstGeom prst="rect">
              <a:avLst/>
            </a:prstGeom>
          </p:spPr>
        </p:pic>
        <p:pic>
          <p:nvPicPr>
            <p:cNvPr id="6" name="Picture 5" descr="Graphical user interface, text, application, email&#10;&#10;Description automatically generated">
              <a:extLst>
                <a:ext uri="{FF2B5EF4-FFF2-40B4-BE49-F238E27FC236}">
                  <a16:creationId xmlns:a16="http://schemas.microsoft.com/office/drawing/2014/main" id="{993EC04E-56D5-8746-AFFD-9D781B0553B0}"/>
                </a:ext>
              </a:extLst>
            </p:cNvPr>
            <p:cNvPicPr>
              <a:picLocks noChangeAspect="1"/>
            </p:cNvPicPr>
            <p:nvPr/>
          </p:nvPicPr>
          <p:blipFill rotWithShape="1">
            <a:blip r:embed="rId4">
              <a:extLst>
                <a:ext uri="{28A0092B-C50C-407E-A947-70E740481C1C}">
                  <a14:useLocalDpi xmlns:a14="http://schemas.microsoft.com/office/drawing/2010/main" val="0"/>
                </a:ext>
              </a:extLst>
            </a:blip>
            <a:srcRect t="15527"/>
            <a:stretch/>
          </p:blipFill>
          <p:spPr>
            <a:xfrm>
              <a:off x="1096898" y="5530017"/>
              <a:ext cx="3733800" cy="836787"/>
            </a:xfrm>
            <a:prstGeom prst="rect">
              <a:avLst/>
            </a:prstGeom>
          </p:spPr>
        </p:pic>
      </p:grpSp>
      <p:pic>
        <p:nvPicPr>
          <p:cNvPr id="9" name="Picture 8">
            <a:extLst>
              <a:ext uri="{FF2B5EF4-FFF2-40B4-BE49-F238E27FC236}">
                <a16:creationId xmlns:a16="http://schemas.microsoft.com/office/drawing/2014/main" id="{463A7670-170A-8144-83CB-574E0A5F26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04808" y="6142358"/>
            <a:ext cx="2590800" cy="190500"/>
          </a:xfrm>
          <a:prstGeom prst="rect">
            <a:avLst/>
          </a:prstGeom>
        </p:spPr>
      </p:pic>
      <p:sp>
        <p:nvSpPr>
          <p:cNvPr id="10" name="Rectangle 9">
            <a:extLst>
              <a:ext uri="{FF2B5EF4-FFF2-40B4-BE49-F238E27FC236}">
                <a16:creationId xmlns:a16="http://schemas.microsoft.com/office/drawing/2014/main" id="{5DEF0DE7-DDEF-FE43-9486-649838411EBE}"/>
              </a:ext>
            </a:extLst>
          </p:cNvPr>
          <p:cNvSpPr/>
          <p:nvPr/>
        </p:nvSpPr>
        <p:spPr>
          <a:xfrm>
            <a:off x="6633871" y="1308015"/>
            <a:ext cx="399672"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255008A-B4F0-5B40-8A5B-F736687BD998}"/>
              </a:ext>
            </a:extLst>
          </p:cNvPr>
          <p:cNvSpPr/>
          <p:nvPr/>
        </p:nvSpPr>
        <p:spPr>
          <a:xfrm>
            <a:off x="6633871" y="1581528"/>
            <a:ext cx="399672"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9F9C8D0-A7B5-3241-BB84-D13414BD47E0}"/>
              </a:ext>
            </a:extLst>
          </p:cNvPr>
          <p:cNvSpPr/>
          <p:nvPr/>
        </p:nvSpPr>
        <p:spPr>
          <a:xfrm>
            <a:off x="6633871" y="2484827"/>
            <a:ext cx="399672"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5F490EAC-85B7-C146-BC58-17DB82EDFA4B}"/>
              </a:ext>
            </a:extLst>
          </p:cNvPr>
          <p:cNvSpPr/>
          <p:nvPr/>
        </p:nvSpPr>
        <p:spPr>
          <a:xfrm>
            <a:off x="6633871" y="2856468"/>
            <a:ext cx="399672"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7C2B8AA-DB65-2E45-B515-94701A802363}"/>
              </a:ext>
            </a:extLst>
          </p:cNvPr>
          <p:cNvSpPr/>
          <p:nvPr/>
        </p:nvSpPr>
        <p:spPr>
          <a:xfrm>
            <a:off x="6642884" y="3113250"/>
            <a:ext cx="475438"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6D3C319-B292-E24A-9A5E-1EBCF5929D19}"/>
              </a:ext>
            </a:extLst>
          </p:cNvPr>
          <p:cNvSpPr/>
          <p:nvPr/>
        </p:nvSpPr>
        <p:spPr>
          <a:xfrm>
            <a:off x="6633871" y="3494001"/>
            <a:ext cx="399672"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89F0575-CB94-6E4D-9C98-BAFB6F87B4CE}"/>
              </a:ext>
            </a:extLst>
          </p:cNvPr>
          <p:cNvSpPr/>
          <p:nvPr/>
        </p:nvSpPr>
        <p:spPr>
          <a:xfrm>
            <a:off x="6642884" y="3881541"/>
            <a:ext cx="399672"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C5CF013-4D01-D242-8DFD-2D525B2B9CCE}"/>
              </a:ext>
            </a:extLst>
          </p:cNvPr>
          <p:cNvSpPr/>
          <p:nvPr/>
        </p:nvSpPr>
        <p:spPr>
          <a:xfrm>
            <a:off x="6642884" y="4416327"/>
            <a:ext cx="399672"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9B5344F7-D586-9848-A378-9BE2C9D02F45}"/>
              </a:ext>
            </a:extLst>
          </p:cNvPr>
          <p:cNvSpPr/>
          <p:nvPr/>
        </p:nvSpPr>
        <p:spPr>
          <a:xfrm>
            <a:off x="6642884" y="4520577"/>
            <a:ext cx="399672" cy="96890"/>
          </a:xfrm>
          <a:prstGeom prst="rect">
            <a:avLst/>
          </a:prstGeom>
          <a:solidFill>
            <a:srgbClr val="FFFF00">
              <a:alpha val="2128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129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C4BF1-27AE-E745-A7C8-905C20A611F7}"/>
              </a:ext>
            </a:extLst>
          </p:cNvPr>
          <p:cNvSpPr>
            <a:spLocks noGrp="1"/>
          </p:cNvSpPr>
          <p:nvPr>
            <p:ph type="title"/>
          </p:nvPr>
        </p:nvSpPr>
        <p:spPr/>
        <p:txBody>
          <a:bodyPr/>
          <a:lstStyle/>
          <a:p>
            <a:r>
              <a:rPr lang="en-US"/>
              <a:t>Newborn Screening for SCID</a:t>
            </a:r>
          </a:p>
        </p:txBody>
      </p:sp>
      <p:pic>
        <p:nvPicPr>
          <p:cNvPr id="3074" name="Picture 2" descr="page1image1510139056">
            <a:extLst>
              <a:ext uri="{FF2B5EF4-FFF2-40B4-BE49-F238E27FC236}">
                <a16:creationId xmlns:a16="http://schemas.microsoft.com/office/drawing/2014/main" id="{A1102FD4-F5E1-D945-8D38-94AB140011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599" y="2677304"/>
            <a:ext cx="3513435" cy="2978054"/>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page1image1510139360">
            <a:extLst>
              <a:ext uri="{FF2B5EF4-FFF2-40B4-BE49-F238E27FC236}">
                <a16:creationId xmlns:a16="http://schemas.microsoft.com/office/drawing/2014/main" id="{85AF8DD9-EA2B-8745-A14A-3BE32FE8A9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1975" y="2783540"/>
            <a:ext cx="1371913" cy="6692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page1image1510139648">
            <a:extLst>
              <a:ext uri="{FF2B5EF4-FFF2-40B4-BE49-F238E27FC236}">
                <a16:creationId xmlns:a16="http://schemas.microsoft.com/office/drawing/2014/main" id="{86F67185-18C4-BF45-88E1-145585FC25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1976" y="2783540"/>
            <a:ext cx="3379590" cy="66923"/>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page1image1510139936">
            <a:extLst>
              <a:ext uri="{FF2B5EF4-FFF2-40B4-BE49-F238E27FC236}">
                <a16:creationId xmlns:a16="http://schemas.microsoft.com/office/drawing/2014/main" id="{702A190C-048F-164C-BEB7-1A4B58BCFB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1975" y="2783540"/>
            <a:ext cx="21348301" cy="97037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891971-95C2-F743-9B45-562FE77FCCF4}"/>
              </a:ext>
            </a:extLst>
          </p:cNvPr>
          <p:cNvSpPr txBox="1"/>
          <p:nvPr/>
        </p:nvSpPr>
        <p:spPr>
          <a:xfrm>
            <a:off x="1371599" y="5828517"/>
            <a:ext cx="3691055" cy="738664"/>
          </a:xfrm>
          <a:prstGeom prst="rect">
            <a:avLst/>
          </a:prstGeom>
          <a:noFill/>
        </p:spPr>
        <p:txBody>
          <a:bodyPr wrap="square">
            <a:spAutoFit/>
          </a:bodyPr>
          <a:lstStyle/>
          <a:p>
            <a:r>
              <a:rPr lang="en-US" sz="1400"/>
              <a:t>https://</a:t>
            </a:r>
            <a:r>
              <a:rPr lang="en-US" sz="1400" err="1"/>
              <a:t>azdhs.gov</a:t>
            </a:r>
            <a:r>
              <a:rPr lang="en-US" sz="1400"/>
              <a:t>/documents/preparedness/state-laboratory/newborn-screening/</a:t>
            </a:r>
            <a:r>
              <a:rPr lang="en-US" sz="1400" err="1"/>
              <a:t>scid</a:t>
            </a:r>
            <a:r>
              <a:rPr lang="en-US" sz="1400"/>
              <a:t>-event/</a:t>
            </a:r>
            <a:r>
              <a:rPr lang="en-US" sz="1400" err="1"/>
              <a:t>nbs-scid-poster.pdf</a:t>
            </a:r>
            <a:endParaRPr lang="en-US" sz="1400"/>
          </a:p>
        </p:txBody>
      </p:sp>
      <p:pic>
        <p:nvPicPr>
          <p:cNvPr id="3079" name="Picture 7">
            <a:extLst>
              <a:ext uri="{FF2B5EF4-FFF2-40B4-BE49-F238E27FC236}">
                <a16:creationId xmlns:a16="http://schemas.microsoft.com/office/drawing/2014/main" id="{4B783982-6FE0-A04C-A580-C277EEA79E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37678" y="2289373"/>
            <a:ext cx="5805537" cy="375391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DD407417-A939-5642-A1FF-B12ECA163EB7}"/>
              </a:ext>
            </a:extLst>
          </p:cNvPr>
          <p:cNvSpPr txBox="1"/>
          <p:nvPr/>
        </p:nvSpPr>
        <p:spPr>
          <a:xfrm>
            <a:off x="6629399" y="6043290"/>
            <a:ext cx="4724401" cy="369332"/>
          </a:xfrm>
          <a:prstGeom prst="rect">
            <a:avLst/>
          </a:prstGeom>
          <a:noFill/>
        </p:spPr>
        <p:txBody>
          <a:bodyPr wrap="square">
            <a:spAutoFit/>
          </a:bodyPr>
          <a:lstStyle/>
          <a:p>
            <a:r>
              <a:rPr lang="en-US"/>
              <a:t>https://</a:t>
            </a:r>
            <a:r>
              <a:rPr lang="en-US" err="1"/>
              <a:t>www.cmaj.ca</a:t>
            </a:r>
            <a:r>
              <a:rPr lang="en-US"/>
              <a:t>/content/189/50/E1551</a:t>
            </a:r>
          </a:p>
        </p:txBody>
      </p:sp>
      <p:sp>
        <p:nvSpPr>
          <p:cNvPr id="5" name="TextBox 4">
            <a:extLst>
              <a:ext uri="{FF2B5EF4-FFF2-40B4-BE49-F238E27FC236}">
                <a16:creationId xmlns:a16="http://schemas.microsoft.com/office/drawing/2014/main" id="{EAF87542-039E-AA43-9668-4097CDC8456A}"/>
              </a:ext>
            </a:extLst>
          </p:cNvPr>
          <p:cNvSpPr txBox="1"/>
          <p:nvPr/>
        </p:nvSpPr>
        <p:spPr>
          <a:xfrm>
            <a:off x="1402010" y="2104707"/>
            <a:ext cx="3452612" cy="369332"/>
          </a:xfrm>
          <a:prstGeom prst="rect">
            <a:avLst/>
          </a:prstGeom>
          <a:noFill/>
        </p:spPr>
        <p:txBody>
          <a:bodyPr wrap="none" rtlCol="0">
            <a:spAutoFit/>
          </a:bodyPr>
          <a:lstStyle/>
          <a:p>
            <a:r>
              <a:rPr lang="en-US"/>
              <a:t>TREC: T-cell receptor excision circle</a:t>
            </a:r>
          </a:p>
        </p:txBody>
      </p:sp>
    </p:spTree>
    <p:extLst>
      <p:ext uri="{BB962C8B-B14F-4D97-AF65-F5344CB8AC3E}">
        <p14:creationId xmlns:p14="http://schemas.microsoft.com/office/powerpoint/2010/main" val="1652652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iagram&#10;&#10;Description automatically generated">
            <a:extLst>
              <a:ext uri="{FF2B5EF4-FFF2-40B4-BE49-F238E27FC236}">
                <a16:creationId xmlns:a16="http://schemas.microsoft.com/office/drawing/2014/main" id="{B778D916-160B-494E-AF88-17719D9B6B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369" y="1690688"/>
            <a:ext cx="6123059" cy="4520540"/>
          </a:xfrm>
          <a:prstGeom prst="rect">
            <a:avLst/>
          </a:prstGeom>
        </p:spPr>
      </p:pic>
      <p:sp>
        <p:nvSpPr>
          <p:cNvPr id="2" name="Title 1">
            <a:extLst>
              <a:ext uri="{FF2B5EF4-FFF2-40B4-BE49-F238E27FC236}">
                <a16:creationId xmlns:a16="http://schemas.microsoft.com/office/drawing/2014/main" id="{53C7BC08-FF93-724F-A71B-D23741EB6EC1}"/>
              </a:ext>
            </a:extLst>
          </p:cNvPr>
          <p:cNvSpPr>
            <a:spLocks noGrp="1"/>
          </p:cNvSpPr>
          <p:nvPr>
            <p:ph type="title"/>
          </p:nvPr>
        </p:nvSpPr>
        <p:spPr/>
        <p:txBody>
          <a:bodyPr/>
          <a:lstStyle/>
          <a:p>
            <a:r>
              <a:rPr lang="en-US"/>
              <a:t>Types of SCID</a:t>
            </a:r>
          </a:p>
        </p:txBody>
      </p:sp>
      <p:pic>
        <p:nvPicPr>
          <p:cNvPr id="2049" name="Picture 1" descr="page1image1510363744">
            <a:extLst>
              <a:ext uri="{FF2B5EF4-FFF2-40B4-BE49-F238E27FC236}">
                <a16:creationId xmlns:a16="http://schemas.microsoft.com/office/drawing/2014/main" id="{29528E00-F328-A840-8188-ECD4579A07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1903" y="1340489"/>
            <a:ext cx="5121897" cy="452054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887F5ACC-C56F-7F49-949D-0C16A0B31C9E}"/>
              </a:ext>
            </a:extLst>
          </p:cNvPr>
          <p:cNvSpPr txBox="1"/>
          <p:nvPr/>
        </p:nvSpPr>
        <p:spPr>
          <a:xfrm>
            <a:off x="1390757" y="5940298"/>
            <a:ext cx="4033013" cy="646331"/>
          </a:xfrm>
          <a:prstGeom prst="rect">
            <a:avLst/>
          </a:prstGeom>
          <a:noFill/>
        </p:spPr>
        <p:txBody>
          <a:bodyPr wrap="square">
            <a:spAutoFit/>
          </a:bodyPr>
          <a:lstStyle/>
          <a:p>
            <a:r>
              <a:rPr lang="en-US"/>
              <a:t>https://</a:t>
            </a:r>
            <a:r>
              <a:rPr lang="en-US" err="1"/>
              <a:t>starship.org.nz</a:t>
            </a:r>
            <a:r>
              <a:rPr lang="en-US"/>
              <a:t>/guidelines/severe-combined-immunodeficiency-</a:t>
            </a:r>
            <a:r>
              <a:rPr lang="en-US" err="1"/>
              <a:t>scid</a:t>
            </a:r>
            <a:r>
              <a:rPr lang="en-US"/>
              <a:t>/</a:t>
            </a:r>
          </a:p>
        </p:txBody>
      </p:sp>
      <p:sp>
        <p:nvSpPr>
          <p:cNvPr id="12" name="TextBox 11">
            <a:extLst>
              <a:ext uri="{FF2B5EF4-FFF2-40B4-BE49-F238E27FC236}">
                <a16:creationId xmlns:a16="http://schemas.microsoft.com/office/drawing/2014/main" id="{FE8BF1B5-6964-E341-A5D3-03BCF13AAE36}"/>
              </a:ext>
            </a:extLst>
          </p:cNvPr>
          <p:cNvSpPr txBox="1"/>
          <p:nvPr/>
        </p:nvSpPr>
        <p:spPr>
          <a:xfrm>
            <a:off x="6589287" y="6001853"/>
            <a:ext cx="4764513" cy="523220"/>
          </a:xfrm>
          <a:prstGeom prst="rect">
            <a:avLst/>
          </a:prstGeom>
          <a:noFill/>
        </p:spPr>
        <p:txBody>
          <a:bodyPr wrap="square">
            <a:spAutoFit/>
          </a:bodyPr>
          <a:lstStyle/>
          <a:p>
            <a:r>
              <a:rPr lang="en-US" sz="1400"/>
              <a:t>https://</a:t>
            </a:r>
            <a:r>
              <a:rPr lang="en-US" sz="1400" err="1"/>
              <a:t>azdhs.gov</a:t>
            </a:r>
            <a:r>
              <a:rPr lang="en-US" sz="1400"/>
              <a:t>/documents/preparedness/state-laboratory/newborn-screening/</a:t>
            </a:r>
            <a:r>
              <a:rPr lang="en-US" sz="1400" err="1"/>
              <a:t>scid</a:t>
            </a:r>
            <a:r>
              <a:rPr lang="en-US" sz="1400"/>
              <a:t>-event/</a:t>
            </a:r>
            <a:r>
              <a:rPr lang="en-US" sz="1400" err="1"/>
              <a:t>nbs-scid-poster.pdf</a:t>
            </a:r>
            <a:endParaRPr lang="en-US" sz="1400"/>
          </a:p>
        </p:txBody>
      </p:sp>
      <p:sp>
        <p:nvSpPr>
          <p:cNvPr id="10" name="Oval 9">
            <a:extLst>
              <a:ext uri="{FF2B5EF4-FFF2-40B4-BE49-F238E27FC236}">
                <a16:creationId xmlns:a16="http://schemas.microsoft.com/office/drawing/2014/main" id="{6EB2D8EB-3CBF-8247-B054-F610091D8538}"/>
              </a:ext>
            </a:extLst>
          </p:cNvPr>
          <p:cNvSpPr/>
          <p:nvPr/>
        </p:nvSpPr>
        <p:spPr>
          <a:xfrm>
            <a:off x="2555310" y="2755726"/>
            <a:ext cx="2743200" cy="82671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30491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FFA73-0606-4547-AF9F-3DF694AE7752}"/>
              </a:ext>
            </a:extLst>
          </p:cNvPr>
          <p:cNvSpPr>
            <a:spLocks noGrp="1"/>
          </p:cNvSpPr>
          <p:nvPr>
            <p:ph type="title"/>
          </p:nvPr>
        </p:nvSpPr>
        <p:spPr/>
        <p:txBody>
          <a:bodyPr/>
          <a:lstStyle/>
          <a:p>
            <a:r>
              <a:rPr lang="en-US">
                <a:cs typeface="Calibri Light"/>
              </a:rPr>
              <a:t>ACMG Classification</a:t>
            </a:r>
            <a:endParaRPr lang="en-US"/>
          </a:p>
        </p:txBody>
      </p:sp>
      <p:sp>
        <p:nvSpPr>
          <p:cNvPr id="3" name="Content Placeholder 2">
            <a:extLst>
              <a:ext uri="{FF2B5EF4-FFF2-40B4-BE49-F238E27FC236}">
                <a16:creationId xmlns:a16="http://schemas.microsoft.com/office/drawing/2014/main" id="{57114D65-2450-44E2-B35A-A21D057BB4EC}"/>
              </a:ext>
            </a:extLst>
          </p:cNvPr>
          <p:cNvSpPr>
            <a:spLocks noGrp="1"/>
          </p:cNvSpPr>
          <p:nvPr>
            <p:ph idx="1"/>
          </p:nvPr>
        </p:nvSpPr>
        <p:spPr>
          <a:xfrm>
            <a:off x="838200" y="1518551"/>
            <a:ext cx="10777182" cy="4942740"/>
          </a:xfrm>
        </p:spPr>
        <p:txBody>
          <a:bodyPr vert="horz" lIns="91440" tIns="45720" rIns="91440" bIns="45720" rtlCol="0" anchor="t">
            <a:normAutofit fontScale="62500" lnSpcReduction="20000"/>
          </a:bodyPr>
          <a:lstStyle/>
          <a:p>
            <a:pPr marL="0" indent="0">
              <a:buNone/>
            </a:pPr>
            <a:r>
              <a:rPr lang="en-US" b="1"/>
              <a:t>Variant</a:t>
            </a:r>
          </a:p>
          <a:p>
            <a:pPr marL="0" indent="0">
              <a:buNone/>
            </a:pPr>
            <a:r>
              <a:rPr lang="en-US"/>
              <a:t>NM_001173543.1(BANP): c.1372G&gt;A, p.Val458Met (Het; </a:t>
            </a:r>
            <a:r>
              <a:rPr lang="en-US" i="1"/>
              <a:t>De novo</a:t>
            </a:r>
            <a:r>
              <a:rPr lang="en-US"/>
              <a:t>; VUS)</a:t>
            </a:r>
            <a:endParaRPr lang="en-US" b="1">
              <a:cs typeface="Calibri"/>
            </a:endParaRPr>
          </a:p>
          <a:p>
            <a:pPr marL="0" indent="0">
              <a:buNone/>
            </a:pPr>
            <a:endParaRPr lang="en-US" b="1">
              <a:cs typeface="Calibri"/>
            </a:endParaRPr>
          </a:p>
          <a:p>
            <a:pPr marL="0" indent="0">
              <a:buNone/>
            </a:pPr>
            <a:r>
              <a:rPr lang="en-US" b="1">
                <a:cs typeface="Calibri"/>
              </a:rPr>
              <a:t>Current classification:</a:t>
            </a:r>
            <a:r>
              <a:rPr lang="en-US">
                <a:cs typeface="Calibri"/>
              </a:rPr>
              <a:t> </a:t>
            </a:r>
            <a:r>
              <a:rPr lang="en-US">
                <a:ea typeface="+mn-lt"/>
                <a:cs typeface="+mn-lt"/>
              </a:rPr>
              <a:t>Variant of uncertain significance </a:t>
            </a:r>
            <a:endParaRPr lang="en-US"/>
          </a:p>
          <a:p>
            <a:pPr marL="0" indent="0">
              <a:buNone/>
            </a:pPr>
            <a:endParaRPr lang="en-US">
              <a:ea typeface="+mn-lt"/>
              <a:cs typeface="+mn-lt"/>
            </a:endParaRPr>
          </a:p>
          <a:p>
            <a:pPr marL="0" indent="0">
              <a:buNone/>
            </a:pPr>
            <a:r>
              <a:rPr lang="en-US" b="1">
                <a:ea typeface="+mn-lt"/>
                <a:cs typeface="+mn-lt"/>
              </a:rPr>
              <a:t>Criteria</a:t>
            </a:r>
            <a:r>
              <a:rPr lang="en-US">
                <a:ea typeface="+mn-lt"/>
                <a:cs typeface="+mn-lt"/>
              </a:rPr>
              <a:t> </a:t>
            </a:r>
            <a:endParaRPr lang="en-US" sz="1900">
              <a:ea typeface="+mn-lt"/>
              <a:cs typeface="+mn-lt"/>
            </a:endParaRPr>
          </a:p>
          <a:p>
            <a:pPr marL="0" indent="0">
              <a:buNone/>
            </a:pPr>
            <a:r>
              <a:rPr lang="en-US">
                <a:ea typeface="+mn-lt"/>
                <a:cs typeface="+mn-lt"/>
              </a:rPr>
              <a:t>Confirmed:</a:t>
            </a:r>
          </a:p>
          <a:p>
            <a:pPr marL="457200" indent="-457200">
              <a:buFont typeface="Wingdings" panose="020B0604020202020204" pitchFamily="34" charset="0"/>
              <a:buChar char="ü"/>
            </a:pPr>
            <a:r>
              <a:rPr lang="en-US">
                <a:ea typeface="+mn-lt"/>
                <a:cs typeface="+mn-lt"/>
              </a:rPr>
              <a:t>PS2 - </a:t>
            </a:r>
            <a:r>
              <a:rPr lang="en-US" i="1">
                <a:ea typeface="+mn-lt"/>
                <a:cs typeface="+mn-lt"/>
              </a:rPr>
              <a:t>De novo</a:t>
            </a:r>
            <a:r>
              <a:rPr lang="en-US">
                <a:ea typeface="+mn-lt"/>
                <a:cs typeface="+mn-lt"/>
              </a:rPr>
              <a:t> (both maternity and paternity confirmed) in a patient with the disease and no family history </a:t>
            </a:r>
          </a:p>
          <a:p>
            <a:pPr marL="457200" indent="-457200">
              <a:buFont typeface="Wingdings" panose="020B0604020202020204" pitchFamily="34" charset="0"/>
              <a:buChar char="ü"/>
            </a:pPr>
            <a:r>
              <a:rPr lang="en-US">
                <a:ea typeface="+mn-lt"/>
                <a:cs typeface="+mn-lt"/>
              </a:rPr>
              <a:t>PM2 - Absent from controls in Exome Sequencing Project, 1000 Genomes or </a:t>
            </a:r>
            <a:r>
              <a:rPr lang="en-US" err="1">
                <a:ea typeface="+mn-lt"/>
                <a:cs typeface="+mn-lt"/>
              </a:rPr>
              <a:t>ExAC</a:t>
            </a:r>
            <a:endParaRPr lang="en-US">
              <a:ea typeface="+mn-lt"/>
              <a:cs typeface="+mn-lt"/>
            </a:endParaRPr>
          </a:p>
          <a:p>
            <a:pPr marL="0" indent="0">
              <a:buNone/>
            </a:pPr>
            <a:endParaRPr lang="en-US">
              <a:cs typeface="Calibri" panose="020F0502020204030204"/>
            </a:endParaRPr>
          </a:p>
          <a:p>
            <a:pPr marL="0" indent="0">
              <a:buNone/>
            </a:pPr>
            <a:r>
              <a:rPr lang="en-US" b="1">
                <a:cs typeface="Calibri" panose="020F0502020204030204"/>
              </a:rPr>
              <a:t>Potential criteria to add to interpretation (with a model):</a:t>
            </a:r>
          </a:p>
          <a:p>
            <a:pPr marL="457200" indent="-457200">
              <a:buFont typeface="Wingdings" panose="020B0604020202020204" pitchFamily="34" charset="0"/>
              <a:buChar char="q"/>
            </a:pPr>
            <a:r>
              <a:rPr lang="en-US">
                <a:cs typeface="Calibri" panose="020F0502020204030204"/>
              </a:rPr>
              <a:t>PS3 - </a:t>
            </a:r>
            <a:r>
              <a:rPr lang="en-US" i="1">
                <a:ea typeface="+mn-lt"/>
                <a:cs typeface="+mn-lt"/>
              </a:rPr>
              <a:t>in vitro</a:t>
            </a:r>
            <a:r>
              <a:rPr lang="en-US">
                <a:ea typeface="+mn-lt"/>
                <a:cs typeface="+mn-lt"/>
              </a:rPr>
              <a:t> or </a:t>
            </a:r>
            <a:r>
              <a:rPr lang="en-US" i="1">
                <a:ea typeface="+mn-lt"/>
                <a:cs typeface="+mn-lt"/>
              </a:rPr>
              <a:t>in vivo</a:t>
            </a:r>
            <a:r>
              <a:rPr lang="en-US">
                <a:ea typeface="+mn-lt"/>
                <a:cs typeface="+mn-lt"/>
              </a:rPr>
              <a:t> functional studies supportive of a damaging effect on the gene or gene product</a:t>
            </a:r>
            <a:endParaRPr lang="en-US">
              <a:cs typeface="Calibri" panose="020F0502020204030204"/>
            </a:endParaRPr>
          </a:p>
          <a:p>
            <a:pPr marL="0" indent="0">
              <a:buNone/>
            </a:pPr>
            <a:endParaRPr lang="en-US">
              <a:cs typeface="Calibri" panose="020F0502020204030204"/>
            </a:endParaRPr>
          </a:p>
          <a:p>
            <a:pPr marL="0" indent="0">
              <a:buNone/>
            </a:pPr>
            <a:r>
              <a:rPr lang="en-US">
                <a:cs typeface="Calibri" panose="020F0502020204030204"/>
              </a:rPr>
              <a:t>PS2 + PM2 + PS3= Likely Pathogenic/Pathogenic reclassification</a:t>
            </a:r>
            <a:endParaRPr lang="en-US"/>
          </a:p>
        </p:txBody>
      </p:sp>
    </p:spTree>
    <p:extLst>
      <p:ext uri="{BB962C8B-B14F-4D97-AF65-F5344CB8AC3E}">
        <p14:creationId xmlns:p14="http://schemas.microsoft.com/office/powerpoint/2010/main" val="3945851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6C16F-1DC4-49DA-8A42-BB46094BBD00}"/>
              </a:ext>
            </a:extLst>
          </p:cNvPr>
          <p:cNvSpPr>
            <a:spLocks noGrp="1"/>
          </p:cNvSpPr>
          <p:nvPr>
            <p:ph type="title"/>
          </p:nvPr>
        </p:nvSpPr>
        <p:spPr/>
        <p:txBody>
          <a:bodyPr/>
          <a:lstStyle/>
          <a:p>
            <a:r>
              <a:rPr lang="en-US">
                <a:cs typeface="Calibri Light"/>
              </a:rPr>
              <a:t>HPO Terms and Affected Systems</a:t>
            </a:r>
            <a:endParaRPr lang="en-US"/>
          </a:p>
        </p:txBody>
      </p:sp>
      <p:sp>
        <p:nvSpPr>
          <p:cNvPr id="3" name="Content Placeholder 2">
            <a:extLst>
              <a:ext uri="{FF2B5EF4-FFF2-40B4-BE49-F238E27FC236}">
                <a16:creationId xmlns:a16="http://schemas.microsoft.com/office/drawing/2014/main" id="{B4E9CE25-5541-418C-B68E-93D975123E0F}"/>
              </a:ext>
            </a:extLst>
          </p:cNvPr>
          <p:cNvSpPr>
            <a:spLocks noGrp="1"/>
          </p:cNvSpPr>
          <p:nvPr>
            <p:ph idx="1"/>
          </p:nvPr>
        </p:nvSpPr>
        <p:spPr>
          <a:xfrm>
            <a:off x="758589" y="1427566"/>
            <a:ext cx="10595211" cy="5170202"/>
          </a:xfrm>
        </p:spPr>
        <p:txBody>
          <a:bodyPr vert="horz" lIns="91440" tIns="45720" rIns="91440" bIns="45720" rtlCol="0" anchor="t">
            <a:noAutofit/>
          </a:bodyPr>
          <a:lstStyle/>
          <a:p>
            <a:pPr>
              <a:lnSpc>
                <a:spcPct val="120000"/>
              </a:lnSpc>
              <a:spcBef>
                <a:spcPts val="400"/>
              </a:spcBef>
              <a:buNone/>
            </a:pPr>
            <a:r>
              <a:rPr lang="en-US">
                <a:ea typeface="+mn-lt"/>
                <a:cs typeface="+mn-lt"/>
              </a:rPr>
              <a:t>CARDIOVASCULAR</a:t>
            </a:r>
            <a:endParaRPr lang="en-US">
              <a:cs typeface="Calibri" panose="020F0502020204030204"/>
            </a:endParaRPr>
          </a:p>
          <a:p>
            <a:pPr>
              <a:lnSpc>
                <a:spcPct val="120000"/>
              </a:lnSpc>
              <a:spcBef>
                <a:spcPts val="400"/>
              </a:spcBef>
            </a:pPr>
            <a:r>
              <a:rPr lang="en-US">
                <a:ea typeface="+mn-lt"/>
                <a:cs typeface="+mn-lt"/>
              </a:rPr>
              <a:t>Double outlet right ventricle with subaortic ventricular septal defect and pulmonary stenosis (HP:0011655)</a:t>
            </a:r>
            <a:endParaRPr lang="en-US">
              <a:cs typeface="Calibri" panose="020F0502020204030204"/>
            </a:endParaRPr>
          </a:p>
          <a:p>
            <a:pPr>
              <a:lnSpc>
                <a:spcPct val="120000"/>
              </a:lnSpc>
              <a:spcBef>
                <a:spcPts val="400"/>
              </a:spcBef>
            </a:pPr>
            <a:r>
              <a:rPr lang="en-US">
                <a:ea typeface="+mn-lt"/>
                <a:cs typeface="+mn-lt"/>
              </a:rPr>
              <a:t>Aortic insufficiency (HP:0001659)</a:t>
            </a:r>
            <a:endParaRPr lang="en-US">
              <a:cs typeface="Calibri" panose="020F0502020204030204"/>
            </a:endParaRPr>
          </a:p>
          <a:p>
            <a:pPr>
              <a:lnSpc>
                <a:spcPct val="120000"/>
              </a:lnSpc>
              <a:spcBef>
                <a:spcPts val="400"/>
              </a:spcBef>
            </a:pPr>
            <a:r>
              <a:rPr lang="en-US">
                <a:ea typeface="+mn-lt"/>
                <a:cs typeface="+mn-lt"/>
              </a:rPr>
              <a:t>Patent ductus arteriosus (HP:0001643)</a:t>
            </a:r>
          </a:p>
          <a:p>
            <a:pPr>
              <a:lnSpc>
                <a:spcPct val="120000"/>
              </a:lnSpc>
              <a:spcBef>
                <a:spcPts val="400"/>
              </a:spcBef>
            </a:pPr>
            <a:r>
              <a:rPr lang="en-US">
                <a:ea typeface="+mn-lt"/>
                <a:cs typeface="+mn-lt"/>
              </a:rPr>
              <a:t>Pulmonary valve defects (HP:0005148)</a:t>
            </a:r>
            <a:endParaRPr lang="en-US"/>
          </a:p>
          <a:p>
            <a:pPr>
              <a:lnSpc>
                <a:spcPct val="120000"/>
              </a:lnSpc>
              <a:spcBef>
                <a:spcPts val="400"/>
              </a:spcBef>
              <a:buNone/>
            </a:pPr>
            <a:r>
              <a:rPr lang="en-US">
                <a:ea typeface="+mn-lt"/>
                <a:cs typeface="+mn-lt"/>
              </a:rPr>
              <a:t>IMMUNE SYSTEM</a:t>
            </a:r>
            <a:endParaRPr lang="en-US">
              <a:cs typeface="Calibri" panose="020F0502020204030204"/>
            </a:endParaRPr>
          </a:p>
          <a:p>
            <a:pPr>
              <a:lnSpc>
                <a:spcPct val="120000"/>
              </a:lnSpc>
              <a:spcBef>
                <a:spcPts val="400"/>
              </a:spcBef>
            </a:pPr>
            <a:r>
              <a:rPr lang="en-US">
                <a:ea typeface="+mn-lt"/>
                <a:cs typeface="+mn-lt"/>
              </a:rPr>
              <a:t>Severe combined immunodeficiency (HP:0004430)</a:t>
            </a:r>
            <a:endParaRPr lang="en-US">
              <a:cs typeface="Calibri" panose="020F0502020204030204"/>
            </a:endParaRPr>
          </a:p>
          <a:p>
            <a:pPr lvl="1">
              <a:lnSpc>
                <a:spcPct val="120000"/>
              </a:lnSpc>
              <a:spcBef>
                <a:spcPts val="400"/>
              </a:spcBef>
            </a:pPr>
            <a:r>
              <a:rPr lang="en-US">
                <a:cs typeface="Calibri" panose="020F0502020204030204"/>
              </a:rPr>
              <a:t>Primary defect leading to SCID is severe T-cell immunodeficiency (HP:0005352)</a:t>
            </a:r>
          </a:p>
        </p:txBody>
      </p:sp>
    </p:spTree>
    <p:extLst>
      <p:ext uri="{BB962C8B-B14F-4D97-AF65-F5344CB8AC3E}">
        <p14:creationId xmlns:p14="http://schemas.microsoft.com/office/powerpoint/2010/main" val="3035961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83D8E-7A30-4B98-8094-2CC0DBF62350}"/>
              </a:ext>
            </a:extLst>
          </p:cNvPr>
          <p:cNvSpPr>
            <a:spLocks noGrp="1"/>
          </p:cNvSpPr>
          <p:nvPr>
            <p:ph type="title"/>
          </p:nvPr>
        </p:nvSpPr>
        <p:spPr>
          <a:xfrm>
            <a:off x="838200" y="365125"/>
            <a:ext cx="10515600" cy="677295"/>
          </a:xfrm>
        </p:spPr>
        <p:txBody>
          <a:bodyPr>
            <a:normAutofit fontScale="90000"/>
          </a:bodyPr>
          <a:lstStyle/>
          <a:p>
            <a:r>
              <a:rPr lang="en-US">
                <a:cs typeface="Calibri Light"/>
              </a:rPr>
              <a:t>BANP Summary</a:t>
            </a:r>
            <a:endParaRPr lang="en-US"/>
          </a:p>
        </p:txBody>
      </p:sp>
      <p:sp>
        <p:nvSpPr>
          <p:cNvPr id="3" name="Content Placeholder 2">
            <a:extLst>
              <a:ext uri="{FF2B5EF4-FFF2-40B4-BE49-F238E27FC236}">
                <a16:creationId xmlns:a16="http://schemas.microsoft.com/office/drawing/2014/main" id="{8360A188-8EF2-4B2F-9399-AD62BA3D1BC5}"/>
              </a:ext>
            </a:extLst>
          </p:cNvPr>
          <p:cNvSpPr>
            <a:spLocks noGrp="1"/>
          </p:cNvSpPr>
          <p:nvPr>
            <p:ph idx="1"/>
          </p:nvPr>
        </p:nvSpPr>
        <p:spPr>
          <a:xfrm>
            <a:off x="838200" y="1041963"/>
            <a:ext cx="10515600" cy="5534142"/>
          </a:xfrm>
        </p:spPr>
        <p:txBody>
          <a:bodyPr vert="horz" lIns="91440" tIns="45720" rIns="91440" bIns="45720" rtlCol="0" anchor="t">
            <a:normAutofit fontScale="92500" lnSpcReduction="10000"/>
          </a:bodyPr>
          <a:lstStyle/>
          <a:p>
            <a:pPr marL="0" indent="0">
              <a:lnSpc>
                <a:spcPct val="120000"/>
              </a:lnSpc>
              <a:spcBef>
                <a:spcPts val="300"/>
              </a:spcBef>
              <a:buNone/>
            </a:pPr>
            <a:r>
              <a:rPr lang="en-US" sz="2000">
                <a:ea typeface="+mn-lt"/>
                <a:cs typeface="+mn-lt"/>
              </a:rPr>
              <a:t>BANP (BTG3 Associated Nuclear Protein)</a:t>
            </a:r>
            <a:endParaRPr lang="en-US" sz="2000">
              <a:cs typeface="Calibri"/>
            </a:endParaRPr>
          </a:p>
          <a:p>
            <a:pPr>
              <a:lnSpc>
                <a:spcPct val="120000"/>
              </a:lnSpc>
              <a:spcBef>
                <a:spcPts val="300"/>
              </a:spcBef>
            </a:pPr>
            <a:r>
              <a:rPr lang="en-US" sz="2000">
                <a:ea typeface="+mn-lt"/>
                <a:cs typeface="+mn-lt"/>
              </a:rPr>
              <a:t>Aliases: SMAR1, BEND1</a:t>
            </a:r>
            <a:endParaRPr lang="en-US" sz="2000">
              <a:cs typeface="Calibri" panose="020F0502020204030204"/>
            </a:endParaRPr>
          </a:p>
          <a:p>
            <a:pPr marL="0" indent="0">
              <a:lnSpc>
                <a:spcPct val="120000"/>
              </a:lnSpc>
              <a:spcBef>
                <a:spcPts val="300"/>
              </a:spcBef>
              <a:buNone/>
            </a:pPr>
            <a:endParaRPr lang="en-US" sz="2000">
              <a:cs typeface="Calibri" panose="020F0502020204030204"/>
            </a:endParaRPr>
          </a:p>
          <a:p>
            <a:pPr marL="0" indent="0">
              <a:lnSpc>
                <a:spcPct val="120000"/>
              </a:lnSpc>
              <a:spcBef>
                <a:spcPts val="300"/>
              </a:spcBef>
              <a:buNone/>
            </a:pPr>
            <a:r>
              <a:rPr lang="en-US" sz="2000" b="1">
                <a:cs typeface="Calibri"/>
              </a:rPr>
              <a:t>Expression:</a:t>
            </a:r>
            <a:r>
              <a:rPr lang="en-US" sz="2000">
                <a:cs typeface="Calibri"/>
              </a:rPr>
              <a:t> BANP expression is ubiquitous. However, expression is high in the thymus, heart, and spleen compared to other organs.</a:t>
            </a:r>
            <a:r>
              <a:rPr lang="en-US" sz="2000" baseline="30000">
                <a:cs typeface="Calibri"/>
                <a:hlinkClick r:id="rId3"/>
              </a:rPr>
              <a:t>2</a:t>
            </a:r>
            <a:endParaRPr lang="en-US" sz="2000" baseline="30000">
              <a:cs typeface="Calibri" panose="020F0502020204030204"/>
            </a:endParaRPr>
          </a:p>
          <a:p>
            <a:pPr marL="0" indent="0">
              <a:lnSpc>
                <a:spcPct val="120000"/>
              </a:lnSpc>
              <a:spcBef>
                <a:spcPts val="300"/>
              </a:spcBef>
              <a:buNone/>
            </a:pPr>
            <a:endParaRPr lang="en-US" sz="2000" baseline="30000">
              <a:cs typeface="Calibri" panose="020F0502020204030204"/>
            </a:endParaRPr>
          </a:p>
          <a:p>
            <a:pPr marL="0" indent="0">
              <a:lnSpc>
                <a:spcPct val="120000"/>
              </a:lnSpc>
              <a:spcBef>
                <a:spcPts val="300"/>
              </a:spcBef>
              <a:buNone/>
            </a:pPr>
            <a:r>
              <a:rPr lang="en-US" sz="2000" b="1"/>
              <a:t>Biological Processes</a:t>
            </a:r>
            <a:endParaRPr lang="en-US" sz="2000" b="1">
              <a:cs typeface="Calibri" panose="020F0502020204030204"/>
            </a:endParaRPr>
          </a:p>
          <a:p>
            <a:pPr>
              <a:lnSpc>
                <a:spcPct val="120000"/>
              </a:lnSpc>
              <a:spcBef>
                <a:spcPts val="300"/>
              </a:spcBef>
            </a:pPr>
            <a:r>
              <a:rPr lang="en-US" sz="2000">
                <a:ea typeface="+mn-lt"/>
                <a:cs typeface="+mn-lt"/>
              </a:rPr>
              <a:t>Chromatin organization</a:t>
            </a:r>
          </a:p>
          <a:p>
            <a:pPr lvl="1">
              <a:lnSpc>
                <a:spcPct val="120000"/>
              </a:lnSpc>
              <a:spcBef>
                <a:spcPts val="300"/>
              </a:spcBef>
            </a:pPr>
            <a:r>
              <a:rPr lang="en-US" sz="1600">
                <a:ea typeface="+mn-lt"/>
                <a:cs typeface="+mn-lt"/>
              </a:rPr>
              <a:t>BANP is a matrix attachment region (MAR) binding protein (MARBP).</a:t>
            </a:r>
            <a:r>
              <a:rPr lang="en-US" sz="1600" baseline="30000">
                <a:ea typeface="+mn-lt"/>
                <a:cs typeface="+mn-lt"/>
                <a:hlinkClick r:id="rId4"/>
              </a:rPr>
              <a:t>1</a:t>
            </a:r>
            <a:endParaRPr lang="en-US" sz="1600">
              <a:cs typeface="Calibri"/>
            </a:endParaRPr>
          </a:p>
          <a:p>
            <a:pPr>
              <a:lnSpc>
                <a:spcPct val="120000"/>
              </a:lnSpc>
              <a:spcBef>
                <a:spcPts val="300"/>
              </a:spcBef>
            </a:pPr>
            <a:r>
              <a:rPr lang="en-US" sz="2000">
                <a:ea typeface="+mn-lt"/>
                <a:cs typeface="+mn-lt"/>
              </a:rPr>
              <a:t>Transcription regulation</a:t>
            </a:r>
          </a:p>
          <a:p>
            <a:pPr lvl="1">
              <a:lnSpc>
                <a:spcPct val="120000"/>
              </a:lnSpc>
              <a:spcBef>
                <a:spcPts val="300"/>
              </a:spcBef>
            </a:pPr>
            <a:r>
              <a:rPr lang="en-US" sz="1600">
                <a:ea typeface="+mn-lt"/>
                <a:cs typeface="+mn-lt"/>
              </a:rPr>
              <a:t>BANP interacts with several key transcription factors like p53, NF-</a:t>
            </a:r>
            <a:r>
              <a:rPr lang="en-US" sz="1600" err="1">
                <a:ea typeface="+mn-lt"/>
                <a:cs typeface="+mn-lt"/>
              </a:rPr>
              <a:t>κB</a:t>
            </a:r>
            <a:r>
              <a:rPr lang="en-US" sz="1600">
                <a:ea typeface="+mn-lt"/>
                <a:cs typeface="+mn-lt"/>
              </a:rPr>
              <a:t>, and other co-regulatory factors to regulate the expression of a plethora of genes involved in various cellular pathways (cell cycle, apoptosis, and cellular signaling). </a:t>
            </a:r>
            <a:r>
              <a:rPr lang="en-US" sz="1600" baseline="30000">
                <a:ea typeface="+mn-lt"/>
                <a:cs typeface="+mn-lt"/>
                <a:hlinkClick r:id="rId4"/>
              </a:rPr>
              <a:t>1</a:t>
            </a:r>
            <a:endParaRPr lang="en-US" sz="1600">
              <a:cs typeface="Calibri"/>
            </a:endParaRPr>
          </a:p>
          <a:p>
            <a:pPr lvl="1">
              <a:lnSpc>
                <a:spcPct val="120000"/>
              </a:lnSpc>
              <a:spcBef>
                <a:spcPts val="300"/>
              </a:spcBef>
            </a:pPr>
            <a:r>
              <a:rPr lang="en-US" sz="1600">
                <a:ea typeface="+mn-lt"/>
                <a:cs typeface="+mn-lt"/>
              </a:rPr>
              <a:t>BANP as a CGI (CpG island) controlling transcription factor.</a:t>
            </a:r>
            <a:r>
              <a:rPr lang="en-US" sz="1600" baseline="30000">
                <a:ea typeface="+mn-lt"/>
                <a:cs typeface="+mn-lt"/>
                <a:hlinkClick r:id="rId5"/>
              </a:rPr>
              <a:t>3</a:t>
            </a:r>
            <a:r>
              <a:rPr lang="en-US" sz="1600" baseline="30000">
                <a:ea typeface="+mn-lt"/>
                <a:cs typeface="+mn-lt"/>
              </a:rPr>
              <a:t>  </a:t>
            </a:r>
          </a:p>
          <a:p>
            <a:pPr lvl="1">
              <a:lnSpc>
                <a:spcPct val="120000"/>
              </a:lnSpc>
              <a:spcBef>
                <a:spcPts val="300"/>
              </a:spcBef>
            </a:pPr>
            <a:r>
              <a:rPr lang="en-US" sz="1600">
                <a:cs typeface="Calibri" panose="020F0502020204030204"/>
              </a:rPr>
              <a:t>Maintains a fine-tuned balance between effector CD4+ T cells and Treg cells by influencing the transcription factors during allergic and autoimmune inflammatory diseases.</a:t>
            </a:r>
            <a:r>
              <a:rPr lang="en-US" sz="1600" baseline="30000">
                <a:cs typeface="Calibri" panose="020F0502020204030204"/>
              </a:rPr>
              <a:t> </a:t>
            </a:r>
            <a:r>
              <a:rPr lang="en-US" sz="1600" baseline="30000">
                <a:cs typeface="Calibri" panose="020F0502020204030204"/>
                <a:hlinkClick r:id="rId6"/>
              </a:rPr>
              <a:t>5</a:t>
            </a:r>
            <a:endParaRPr lang="en-US" sz="1600" baseline="30000">
              <a:cs typeface="Calibri" panose="020F0502020204030204"/>
            </a:endParaRPr>
          </a:p>
          <a:p>
            <a:pPr>
              <a:lnSpc>
                <a:spcPct val="120000"/>
              </a:lnSpc>
              <a:spcBef>
                <a:spcPts val="300"/>
              </a:spcBef>
            </a:pPr>
            <a:r>
              <a:rPr lang="en-US" sz="2000">
                <a:cs typeface="Calibri" panose="020F0502020204030204"/>
              </a:rPr>
              <a:t>T-cell development</a:t>
            </a:r>
          </a:p>
          <a:p>
            <a:pPr lvl="1">
              <a:lnSpc>
                <a:spcPct val="120000"/>
              </a:lnSpc>
              <a:spcBef>
                <a:spcPts val="300"/>
              </a:spcBef>
            </a:pPr>
            <a:r>
              <a:rPr lang="en-US" sz="1600">
                <a:ea typeface="+mn-lt"/>
                <a:cs typeface="+mn-lt"/>
              </a:rPr>
              <a:t>BANP controls V(D)J recombination during T-cell development by repressing T-cell receptor (TCR) beta enhancer function. </a:t>
            </a:r>
            <a:r>
              <a:rPr lang="en-US" sz="1600" baseline="30000">
                <a:ea typeface="+mn-lt"/>
                <a:cs typeface="+mn-lt"/>
                <a:hlinkClick r:id="rId7"/>
              </a:rPr>
              <a:t>4</a:t>
            </a:r>
            <a:endParaRPr lang="en-US" sz="1600">
              <a:cs typeface="Calibri" panose="020F0502020204030204"/>
            </a:endParaRPr>
          </a:p>
          <a:p>
            <a:pPr>
              <a:lnSpc>
                <a:spcPct val="120000"/>
              </a:lnSpc>
              <a:spcBef>
                <a:spcPts val="300"/>
              </a:spcBef>
            </a:pPr>
            <a:endParaRPr lang="en-US" sz="2000" baseline="30000">
              <a:cs typeface="Calibri" panose="020F0502020204030204"/>
            </a:endParaRPr>
          </a:p>
          <a:p>
            <a:endParaRPr lang="en-US" sz="2000">
              <a:cs typeface="Calibri"/>
            </a:endParaRPr>
          </a:p>
        </p:txBody>
      </p:sp>
    </p:spTree>
    <p:extLst>
      <p:ext uri="{BB962C8B-B14F-4D97-AF65-F5344CB8AC3E}">
        <p14:creationId xmlns:p14="http://schemas.microsoft.com/office/powerpoint/2010/main" val="3894481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E065B0-3438-4410-B33B-9C8F4154BA98}"/>
              </a:ext>
            </a:extLst>
          </p:cNvPr>
          <p:cNvSpPr>
            <a:spLocks noGrp="1"/>
          </p:cNvSpPr>
          <p:nvPr>
            <p:ph type="title"/>
          </p:nvPr>
        </p:nvSpPr>
        <p:spPr/>
        <p:txBody>
          <a:bodyPr/>
          <a:lstStyle/>
          <a:p>
            <a:r>
              <a:rPr lang="en-US">
                <a:cs typeface="Calibri Light"/>
              </a:rPr>
              <a:t>Novelty of a BANP model</a:t>
            </a:r>
            <a:endParaRPr lang="en-US"/>
          </a:p>
        </p:txBody>
      </p:sp>
      <p:sp>
        <p:nvSpPr>
          <p:cNvPr id="3" name="Content Placeholder 2">
            <a:extLst>
              <a:ext uri="{FF2B5EF4-FFF2-40B4-BE49-F238E27FC236}">
                <a16:creationId xmlns:a16="http://schemas.microsoft.com/office/drawing/2014/main" id="{633609DC-F252-47D9-A0C1-BA9BA0B6D143}"/>
              </a:ext>
            </a:extLst>
          </p:cNvPr>
          <p:cNvSpPr>
            <a:spLocks noGrp="1"/>
          </p:cNvSpPr>
          <p:nvPr>
            <p:ph idx="1"/>
          </p:nvPr>
        </p:nvSpPr>
        <p:spPr/>
        <p:txBody>
          <a:bodyPr vert="horz" lIns="91440" tIns="45720" rIns="91440" bIns="45720" rtlCol="0" anchor="t">
            <a:normAutofit/>
          </a:bodyPr>
          <a:lstStyle/>
          <a:p>
            <a:pPr marL="285750" indent="-285750">
              <a:lnSpc>
                <a:spcPct val="100000"/>
              </a:lnSpc>
              <a:spcBef>
                <a:spcPts val="500"/>
              </a:spcBef>
              <a:buFont typeface="Arial,Sans-Serif" panose="020B0604020202020204" pitchFamily="34" charset="0"/>
              <a:buChar char="•"/>
            </a:pPr>
            <a:r>
              <a:rPr lang="en-US">
                <a:ea typeface="+mn-lt"/>
                <a:cs typeface="+mn-lt"/>
              </a:rPr>
              <a:t>Exact function of this gene during cardiovascular development and in immunological responses is not well known.</a:t>
            </a:r>
            <a:endParaRPr lang="en-US"/>
          </a:p>
          <a:p>
            <a:pPr marL="285750" indent="-285750">
              <a:lnSpc>
                <a:spcPct val="100000"/>
              </a:lnSpc>
              <a:spcBef>
                <a:spcPts val="500"/>
              </a:spcBef>
              <a:buFont typeface="Arial,Sans-Serif" panose="020B0604020202020204" pitchFamily="34" charset="0"/>
            </a:pPr>
            <a:r>
              <a:rPr lang="en-US">
                <a:ea typeface="+mn-lt"/>
                <a:cs typeface="+mn-lt"/>
              </a:rPr>
              <a:t>Comparison of BANP functions between two different systems will help us better understand its cell/tissue specific activities, which can be invaluable for future drug development that specifically targets one system. </a:t>
            </a:r>
            <a:endParaRPr lang="en-US"/>
          </a:p>
        </p:txBody>
      </p:sp>
    </p:spTree>
    <p:extLst>
      <p:ext uri="{BB962C8B-B14F-4D97-AF65-F5344CB8AC3E}">
        <p14:creationId xmlns:p14="http://schemas.microsoft.com/office/powerpoint/2010/main" val="3485528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817CE-EB9D-4042-816D-018B309ADF3F}"/>
              </a:ext>
            </a:extLst>
          </p:cNvPr>
          <p:cNvSpPr>
            <a:spLocks noGrp="1"/>
          </p:cNvSpPr>
          <p:nvPr>
            <p:ph type="title"/>
          </p:nvPr>
        </p:nvSpPr>
        <p:spPr>
          <a:xfrm>
            <a:off x="336884" y="335046"/>
            <a:ext cx="10515600" cy="917349"/>
          </a:xfrm>
        </p:spPr>
        <p:txBody>
          <a:bodyPr/>
          <a:lstStyle/>
          <a:p>
            <a:r>
              <a:rPr lang="en-US">
                <a:cs typeface="Calibri Light"/>
              </a:rPr>
              <a:t>Application(s) of the Model</a:t>
            </a:r>
            <a:endParaRPr lang="en-US"/>
          </a:p>
        </p:txBody>
      </p:sp>
      <p:sp>
        <p:nvSpPr>
          <p:cNvPr id="3" name="Content Placeholder 2">
            <a:extLst>
              <a:ext uri="{FF2B5EF4-FFF2-40B4-BE49-F238E27FC236}">
                <a16:creationId xmlns:a16="http://schemas.microsoft.com/office/drawing/2014/main" id="{7B285705-3B35-4A1B-9DE1-5C157549347D}"/>
              </a:ext>
            </a:extLst>
          </p:cNvPr>
          <p:cNvSpPr>
            <a:spLocks noGrp="1"/>
          </p:cNvSpPr>
          <p:nvPr>
            <p:ph idx="1"/>
          </p:nvPr>
        </p:nvSpPr>
        <p:spPr>
          <a:xfrm>
            <a:off x="537410" y="1252694"/>
            <a:ext cx="11287626" cy="5249408"/>
          </a:xfrm>
        </p:spPr>
        <p:txBody>
          <a:bodyPr vert="horz" lIns="91440" tIns="45720" rIns="91440" bIns="45720" rtlCol="0" anchor="t">
            <a:noAutofit/>
          </a:bodyPr>
          <a:lstStyle/>
          <a:p>
            <a:pPr marL="0" indent="0">
              <a:lnSpc>
                <a:spcPct val="100000"/>
              </a:lnSpc>
              <a:spcBef>
                <a:spcPts val="500"/>
              </a:spcBef>
              <a:buNone/>
            </a:pPr>
            <a:r>
              <a:rPr lang="en-US" sz="2400" b="1"/>
              <a:t>Dr. Jiao's research plan:</a:t>
            </a:r>
            <a:r>
              <a:rPr lang="en-US" sz="2400"/>
              <a:t> </a:t>
            </a:r>
          </a:p>
          <a:p>
            <a:pPr marL="0" indent="0">
              <a:lnSpc>
                <a:spcPct val="100000"/>
              </a:lnSpc>
              <a:spcBef>
                <a:spcPts val="500"/>
              </a:spcBef>
              <a:buNone/>
            </a:pPr>
            <a:r>
              <a:rPr lang="en-US" sz="2400"/>
              <a:t>Focus on cardiovascular development (but open to immunology collaboration)</a:t>
            </a:r>
            <a:endParaRPr lang="en-US" sz="2400">
              <a:cs typeface="Calibri"/>
            </a:endParaRPr>
          </a:p>
          <a:p>
            <a:pPr marL="457200" indent="-457200">
              <a:lnSpc>
                <a:spcPct val="100000"/>
              </a:lnSpc>
              <a:spcBef>
                <a:spcPts val="500"/>
              </a:spcBef>
              <a:buAutoNum type="arabicPeriod"/>
            </a:pPr>
            <a:r>
              <a:rPr lang="en-US" sz="2400"/>
              <a:t>Use the model(s) generated by CPAM to determine the potential role of BANP in different cardiovascular cell types, like cardiomyocytes, neural crest cell, endocardial cell, epicardial cells, smooth muscle cells. </a:t>
            </a:r>
          </a:p>
          <a:p>
            <a:pPr marL="457200" indent="-457200">
              <a:lnSpc>
                <a:spcPct val="100000"/>
              </a:lnSpc>
              <a:spcBef>
                <a:spcPts val="500"/>
              </a:spcBef>
              <a:buAutoNum type="arabicPeriod"/>
            </a:pPr>
            <a:r>
              <a:rPr lang="en-US" sz="2400"/>
              <a:t>Examine how this mutant allele (and/or conditional deletion of this gene) affects proliferation, survival, migration and differentiation of these cell types. </a:t>
            </a:r>
          </a:p>
          <a:p>
            <a:pPr marL="457200" indent="-457200">
              <a:lnSpc>
                <a:spcPct val="100000"/>
              </a:lnSpc>
              <a:spcBef>
                <a:spcPts val="500"/>
              </a:spcBef>
              <a:buAutoNum type="arabicPeriod"/>
            </a:pPr>
            <a:r>
              <a:rPr lang="en-US" sz="2400"/>
              <a:t>Apply a high throughput approach to examine the transcriptome and epigenome of these cells in control and mutant embryos. </a:t>
            </a:r>
          </a:p>
          <a:p>
            <a:pPr marL="457200" indent="-457200">
              <a:lnSpc>
                <a:spcPct val="100000"/>
              </a:lnSpc>
              <a:spcBef>
                <a:spcPts val="500"/>
              </a:spcBef>
              <a:buAutoNum type="arabicPeriod"/>
            </a:pPr>
            <a:r>
              <a:rPr lang="en-US" sz="2400"/>
              <a:t>Based on the results acquired from examination of mouse models, establish in vitro functional tests using relevant cell types, and such tests will serve as the platform for future drug testing and screening.</a:t>
            </a:r>
            <a:endParaRPr lang="en-US" sz="1800">
              <a:cs typeface="Calibri"/>
            </a:endParaRPr>
          </a:p>
        </p:txBody>
      </p:sp>
    </p:spTree>
    <p:extLst>
      <p:ext uri="{BB962C8B-B14F-4D97-AF65-F5344CB8AC3E}">
        <p14:creationId xmlns:p14="http://schemas.microsoft.com/office/powerpoint/2010/main" val="26427416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078BC-7872-4526-AC34-F74D2EEE93A7}"/>
              </a:ext>
            </a:extLst>
          </p:cNvPr>
          <p:cNvSpPr>
            <a:spLocks noGrp="1"/>
          </p:cNvSpPr>
          <p:nvPr>
            <p:ph type="title"/>
          </p:nvPr>
        </p:nvSpPr>
        <p:spPr/>
        <p:txBody>
          <a:bodyPr/>
          <a:lstStyle/>
          <a:p>
            <a:r>
              <a:rPr lang="en-US">
                <a:cs typeface="Calibri Light"/>
              </a:rPr>
              <a:t>Secondary Structure</a:t>
            </a:r>
            <a:endParaRPr lang="en-US"/>
          </a:p>
        </p:txBody>
      </p:sp>
      <p:pic>
        <p:nvPicPr>
          <p:cNvPr id="4" name="Picture 4" descr="Timeline&#10;&#10;Description automatically generated">
            <a:extLst>
              <a:ext uri="{FF2B5EF4-FFF2-40B4-BE49-F238E27FC236}">
                <a16:creationId xmlns:a16="http://schemas.microsoft.com/office/drawing/2014/main" id="{6E0F1FBB-60B4-4EEC-9D40-14F8A84E02FD}"/>
              </a:ext>
            </a:extLst>
          </p:cNvPr>
          <p:cNvPicPr>
            <a:picLocks noGrp="1" noChangeAspect="1"/>
          </p:cNvPicPr>
          <p:nvPr>
            <p:ph idx="1"/>
          </p:nvPr>
        </p:nvPicPr>
        <p:blipFill>
          <a:blip r:embed="rId2"/>
          <a:stretch>
            <a:fillRect/>
          </a:stretch>
        </p:blipFill>
        <p:spPr>
          <a:xfrm>
            <a:off x="2789990" y="1825625"/>
            <a:ext cx="6612019" cy="4351338"/>
          </a:xfrm>
        </p:spPr>
      </p:pic>
    </p:spTree>
    <p:extLst>
      <p:ext uri="{BB962C8B-B14F-4D97-AF65-F5344CB8AC3E}">
        <p14:creationId xmlns:p14="http://schemas.microsoft.com/office/powerpoint/2010/main" val="2428245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CC57A-7AFF-46E2-A600-931D8C65EF6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4000">
                <a:cs typeface="Calibri Light"/>
              </a:rPr>
              <a:t>Functional Domains of BANP</a:t>
            </a:r>
            <a:endParaRPr lang="en-US" sz="5400" kern="1200">
              <a:solidFill>
                <a:schemeClr val="tx1"/>
              </a:solidFill>
              <a:latin typeface="+mj-lt"/>
              <a:cs typeface="Calibri Light" panose="020F0302020204030204"/>
            </a:endParaRPr>
          </a:p>
        </p:txBody>
      </p:sp>
      <p:pic>
        <p:nvPicPr>
          <p:cNvPr id="3" name="Picture 3" descr="Chart, waterfall chart&#10;&#10;Description automatically generated">
            <a:extLst>
              <a:ext uri="{FF2B5EF4-FFF2-40B4-BE49-F238E27FC236}">
                <a16:creationId xmlns:a16="http://schemas.microsoft.com/office/drawing/2014/main" id="{1523BA89-EC25-43FF-A105-DE4B69EF5965}"/>
              </a:ext>
            </a:extLst>
          </p:cNvPr>
          <p:cNvPicPr>
            <a:picLocks noChangeAspect="1"/>
          </p:cNvPicPr>
          <p:nvPr/>
        </p:nvPicPr>
        <p:blipFill>
          <a:blip r:embed="rId3"/>
          <a:stretch>
            <a:fillRect/>
          </a:stretch>
        </p:blipFill>
        <p:spPr>
          <a:xfrm>
            <a:off x="1134272" y="1863801"/>
            <a:ext cx="9923455" cy="4440746"/>
          </a:xfrm>
          <a:prstGeom prst="rect">
            <a:avLst/>
          </a:prstGeom>
        </p:spPr>
      </p:pic>
      <p:sp>
        <p:nvSpPr>
          <p:cNvPr id="4" name="Arrow: Down 3">
            <a:extLst>
              <a:ext uri="{FF2B5EF4-FFF2-40B4-BE49-F238E27FC236}">
                <a16:creationId xmlns:a16="http://schemas.microsoft.com/office/drawing/2014/main" id="{D2860C1C-26E2-447E-8A0B-13DE7018D8E8}"/>
              </a:ext>
            </a:extLst>
          </p:cNvPr>
          <p:cNvSpPr/>
          <p:nvPr/>
        </p:nvSpPr>
        <p:spPr>
          <a:xfrm>
            <a:off x="9930383" y="1634870"/>
            <a:ext cx="485775" cy="981075"/>
          </a:xfrm>
          <a:prstGeom prst="downArrow">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97373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011E-54FC-46EE-BD5C-E64A4F3D4E6B}"/>
              </a:ext>
            </a:extLst>
          </p:cNvPr>
          <p:cNvSpPr>
            <a:spLocks noGrp="1"/>
          </p:cNvSpPr>
          <p:nvPr>
            <p:ph type="title"/>
          </p:nvPr>
        </p:nvSpPr>
        <p:spPr>
          <a:xfrm>
            <a:off x="680224" y="58466"/>
            <a:ext cx="10515600" cy="1325563"/>
          </a:xfrm>
        </p:spPr>
        <p:txBody>
          <a:bodyPr/>
          <a:lstStyle/>
          <a:p>
            <a:r>
              <a:rPr lang="en-US">
                <a:cs typeface="Calibri Light"/>
              </a:rPr>
              <a:t>Gene homology/multiple sequence alignment</a:t>
            </a:r>
            <a:endParaRPr lang="en-US"/>
          </a:p>
        </p:txBody>
      </p:sp>
      <p:pic>
        <p:nvPicPr>
          <p:cNvPr id="4" name="Picture 4">
            <a:extLst>
              <a:ext uri="{FF2B5EF4-FFF2-40B4-BE49-F238E27FC236}">
                <a16:creationId xmlns:a16="http://schemas.microsoft.com/office/drawing/2014/main" id="{59B35B92-EDE6-4041-A9BD-AB9C1E600EEB}"/>
              </a:ext>
            </a:extLst>
          </p:cNvPr>
          <p:cNvPicPr>
            <a:picLocks noChangeAspect="1"/>
          </p:cNvPicPr>
          <p:nvPr/>
        </p:nvPicPr>
        <p:blipFill>
          <a:blip r:embed="rId2"/>
          <a:stretch>
            <a:fillRect/>
          </a:stretch>
        </p:blipFill>
        <p:spPr>
          <a:xfrm>
            <a:off x="2142931" y="1339214"/>
            <a:ext cx="6504839" cy="5328070"/>
          </a:xfrm>
          <a:prstGeom prst="rect">
            <a:avLst/>
          </a:prstGeom>
        </p:spPr>
      </p:pic>
    </p:spTree>
    <p:extLst>
      <p:ext uri="{BB962C8B-B14F-4D97-AF65-F5344CB8AC3E}">
        <p14:creationId xmlns:p14="http://schemas.microsoft.com/office/powerpoint/2010/main" val="187780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277B1-30F9-42E3-8838-3EAF3673D54A}"/>
              </a:ext>
            </a:extLst>
          </p:cNvPr>
          <p:cNvSpPr>
            <a:spLocks noGrp="1"/>
          </p:cNvSpPr>
          <p:nvPr>
            <p:ph type="title"/>
          </p:nvPr>
        </p:nvSpPr>
        <p:spPr/>
        <p:txBody>
          <a:bodyPr/>
          <a:lstStyle/>
          <a:p>
            <a:r>
              <a:rPr lang="en">
                <a:ea typeface="+mj-lt"/>
                <a:cs typeface="+mj-lt"/>
              </a:rPr>
              <a:t>Other causal variation in this locus (</a:t>
            </a:r>
            <a:r>
              <a:rPr lang="en" err="1">
                <a:ea typeface="+mj-lt"/>
                <a:cs typeface="+mj-lt"/>
              </a:rPr>
              <a:t>ClinVar</a:t>
            </a:r>
            <a:r>
              <a:rPr lang="en">
                <a:ea typeface="+mj-lt"/>
                <a:cs typeface="+mj-lt"/>
              </a:rPr>
              <a:t>/disease specific DB/OMIM)</a:t>
            </a:r>
            <a:endParaRPr lang="en-US">
              <a:ea typeface="+mj-lt"/>
              <a:cs typeface="+mj-lt"/>
            </a:endParaRPr>
          </a:p>
        </p:txBody>
      </p:sp>
      <p:sp>
        <p:nvSpPr>
          <p:cNvPr id="3" name="Content Placeholder 2">
            <a:extLst>
              <a:ext uri="{FF2B5EF4-FFF2-40B4-BE49-F238E27FC236}">
                <a16:creationId xmlns:a16="http://schemas.microsoft.com/office/drawing/2014/main" id="{5CFB86CA-16EC-4D46-BAE5-BAC8FBBDEFB9}"/>
              </a:ext>
            </a:extLst>
          </p:cNvPr>
          <p:cNvSpPr>
            <a:spLocks noGrp="1"/>
          </p:cNvSpPr>
          <p:nvPr>
            <p:ph idx="1"/>
          </p:nvPr>
        </p:nvSpPr>
        <p:spPr/>
        <p:txBody>
          <a:bodyPr vert="horz" lIns="91440" tIns="45720" rIns="91440" bIns="45720" rtlCol="0" anchor="t">
            <a:normAutofit/>
          </a:bodyPr>
          <a:lstStyle/>
          <a:p>
            <a:pPr marL="0" indent="0">
              <a:lnSpc>
                <a:spcPct val="100000"/>
              </a:lnSpc>
              <a:spcBef>
                <a:spcPts val="0"/>
              </a:spcBef>
              <a:buNone/>
            </a:pPr>
            <a:r>
              <a:rPr lang="en-US" sz="1600" err="1">
                <a:ea typeface="+mn-lt"/>
                <a:cs typeface="+mn-lt"/>
              </a:rPr>
              <a:t>ClinVar</a:t>
            </a:r>
            <a:r>
              <a:rPr lang="en-US" sz="1600">
                <a:ea typeface="+mn-lt"/>
                <a:cs typeface="+mn-lt"/>
              </a:rPr>
              <a:t>:</a:t>
            </a:r>
          </a:p>
          <a:p>
            <a:pPr>
              <a:lnSpc>
                <a:spcPct val="100000"/>
              </a:lnSpc>
              <a:spcBef>
                <a:spcPts val="0"/>
              </a:spcBef>
            </a:pPr>
            <a:r>
              <a:rPr lang="en-US" sz="1600">
                <a:ea typeface="+mn-lt"/>
                <a:cs typeface="+mn-lt"/>
                <a:hlinkClick r:id="rId2"/>
              </a:rPr>
              <a:t>Conflicting interpretations</a:t>
            </a:r>
            <a:r>
              <a:rPr lang="en-US" sz="1600">
                <a:ea typeface="+mn-lt"/>
                <a:cs typeface="+mn-lt"/>
              </a:rPr>
              <a:t>(0)</a:t>
            </a:r>
            <a:endParaRPr lang="en-US" sz="1600">
              <a:cs typeface="Calibri"/>
            </a:endParaRPr>
          </a:p>
          <a:p>
            <a:pPr>
              <a:lnSpc>
                <a:spcPct val="100000"/>
              </a:lnSpc>
              <a:spcBef>
                <a:spcPts val="0"/>
              </a:spcBef>
            </a:pPr>
            <a:r>
              <a:rPr lang="en-US" sz="1600">
                <a:ea typeface="+mn-lt"/>
                <a:cs typeface="+mn-lt"/>
                <a:hlinkClick r:id="rId2"/>
              </a:rPr>
              <a:t>Benign</a:t>
            </a:r>
            <a:r>
              <a:rPr lang="en-US" sz="1600">
                <a:ea typeface="+mn-lt"/>
                <a:cs typeface="+mn-lt"/>
              </a:rPr>
              <a:t>(1)</a:t>
            </a:r>
            <a:endParaRPr lang="en-US" sz="1600">
              <a:cs typeface="Calibri"/>
            </a:endParaRPr>
          </a:p>
          <a:p>
            <a:pPr>
              <a:lnSpc>
                <a:spcPct val="100000"/>
              </a:lnSpc>
              <a:spcBef>
                <a:spcPts val="0"/>
              </a:spcBef>
            </a:pPr>
            <a:r>
              <a:rPr lang="en-US" sz="1600">
                <a:ea typeface="+mn-lt"/>
                <a:cs typeface="+mn-lt"/>
                <a:hlinkClick r:id="rId2"/>
              </a:rPr>
              <a:t>Likely benign</a:t>
            </a:r>
            <a:r>
              <a:rPr lang="en-US" sz="1600">
                <a:ea typeface="+mn-lt"/>
                <a:cs typeface="+mn-lt"/>
              </a:rPr>
              <a:t>(0)</a:t>
            </a:r>
            <a:endParaRPr lang="en-US" sz="1600">
              <a:cs typeface="Calibri"/>
            </a:endParaRPr>
          </a:p>
          <a:p>
            <a:pPr>
              <a:lnSpc>
                <a:spcPct val="100000"/>
              </a:lnSpc>
              <a:spcBef>
                <a:spcPts val="0"/>
              </a:spcBef>
            </a:pPr>
            <a:r>
              <a:rPr lang="en-US" sz="1600">
                <a:ea typeface="+mn-lt"/>
                <a:cs typeface="+mn-lt"/>
                <a:hlinkClick r:id="rId2"/>
              </a:rPr>
              <a:t>Uncertain significance</a:t>
            </a:r>
            <a:r>
              <a:rPr lang="en-US" sz="1600">
                <a:ea typeface="+mn-lt"/>
                <a:cs typeface="+mn-lt"/>
              </a:rPr>
              <a:t>(1)</a:t>
            </a:r>
            <a:endParaRPr lang="en-US" sz="1600">
              <a:cs typeface="Calibri"/>
            </a:endParaRPr>
          </a:p>
          <a:p>
            <a:pPr>
              <a:lnSpc>
                <a:spcPct val="100000"/>
              </a:lnSpc>
              <a:spcBef>
                <a:spcPts val="0"/>
              </a:spcBef>
            </a:pPr>
            <a:r>
              <a:rPr lang="en-US" sz="1600">
                <a:ea typeface="+mn-lt"/>
                <a:cs typeface="+mn-lt"/>
                <a:hlinkClick r:id="rId2"/>
              </a:rPr>
              <a:t>Likely pathogenic</a:t>
            </a:r>
            <a:r>
              <a:rPr lang="en-US" sz="1600">
                <a:ea typeface="+mn-lt"/>
                <a:cs typeface="+mn-lt"/>
              </a:rPr>
              <a:t>(0)</a:t>
            </a:r>
            <a:endParaRPr lang="en-US" sz="1600">
              <a:cs typeface="Calibri"/>
            </a:endParaRPr>
          </a:p>
          <a:p>
            <a:pPr>
              <a:lnSpc>
                <a:spcPct val="100000"/>
              </a:lnSpc>
              <a:spcBef>
                <a:spcPts val="0"/>
              </a:spcBef>
            </a:pPr>
            <a:r>
              <a:rPr lang="en-US" sz="1600">
                <a:ea typeface="+mn-lt"/>
                <a:cs typeface="+mn-lt"/>
                <a:hlinkClick r:id="rId2"/>
              </a:rPr>
              <a:t>Pathogenic</a:t>
            </a:r>
            <a:r>
              <a:rPr lang="en-US" sz="1600">
                <a:ea typeface="+mn-lt"/>
                <a:cs typeface="+mn-lt"/>
              </a:rPr>
              <a:t>(0)</a:t>
            </a:r>
            <a:endParaRPr lang="en-US" sz="1600">
              <a:cs typeface="Calibri"/>
            </a:endParaRPr>
          </a:p>
          <a:p>
            <a:pPr>
              <a:lnSpc>
                <a:spcPct val="100000"/>
              </a:lnSpc>
              <a:spcBef>
                <a:spcPts val="0"/>
              </a:spcBef>
            </a:pPr>
            <a:r>
              <a:rPr lang="en-US" sz="1600">
                <a:ea typeface="+mn-lt"/>
                <a:cs typeface="+mn-lt"/>
                <a:hlinkClick r:id="rId2"/>
              </a:rPr>
              <a:t>Risk factor</a:t>
            </a:r>
            <a:r>
              <a:rPr lang="en-US" sz="1600">
                <a:ea typeface="+mn-lt"/>
                <a:cs typeface="+mn-lt"/>
              </a:rPr>
              <a:t>(0)</a:t>
            </a:r>
            <a:endParaRPr lang="en-US" sz="1200">
              <a:cs typeface="Calibri" panose="020F0502020204030204"/>
            </a:endParaRPr>
          </a:p>
        </p:txBody>
      </p:sp>
      <p:pic>
        <p:nvPicPr>
          <p:cNvPr id="5" name="Picture 5" descr="Table&#10;&#10;Description automatically generated">
            <a:extLst>
              <a:ext uri="{FF2B5EF4-FFF2-40B4-BE49-F238E27FC236}">
                <a16:creationId xmlns:a16="http://schemas.microsoft.com/office/drawing/2014/main" id="{CC9ACF2C-7188-415F-B1C4-1081E3C6787B}"/>
              </a:ext>
            </a:extLst>
          </p:cNvPr>
          <p:cNvPicPr>
            <a:picLocks noChangeAspect="1"/>
          </p:cNvPicPr>
          <p:nvPr/>
        </p:nvPicPr>
        <p:blipFill rotWithShape="1">
          <a:blip r:embed="rId3"/>
          <a:srcRect t="32857" r="112" b="476"/>
          <a:stretch/>
        </p:blipFill>
        <p:spPr>
          <a:xfrm>
            <a:off x="559496" y="3913095"/>
            <a:ext cx="11333970" cy="2030241"/>
          </a:xfrm>
          <a:prstGeom prst="rect">
            <a:avLst/>
          </a:prstGeom>
        </p:spPr>
      </p:pic>
      <p:sp>
        <p:nvSpPr>
          <p:cNvPr id="6" name="TextBox 5">
            <a:extLst>
              <a:ext uri="{FF2B5EF4-FFF2-40B4-BE49-F238E27FC236}">
                <a16:creationId xmlns:a16="http://schemas.microsoft.com/office/drawing/2014/main" id="{D39CDB9D-60D8-416C-8E07-8769D4F1D163}"/>
              </a:ext>
            </a:extLst>
          </p:cNvPr>
          <p:cNvSpPr txBox="1"/>
          <p:nvPr/>
        </p:nvSpPr>
        <p:spPr>
          <a:xfrm>
            <a:off x="496866" y="6175332"/>
            <a:ext cx="113339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Note potential impact of low complexity and repetitive regions in accurate variant calling and interpretation... </a:t>
            </a:r>
          </a:p>
          <a:p>
            <a:r>
              <a:rPr lang="en-US">
                <a:cs typeface="Calibri"/>
              </a:rPr>
              <a:t>Regional deletion including this gene and many others  has been reported as pathogenic </a:t>
            </a:r>
            <a:endParaRPr lang="en-US">
              <a:ea typeface="+mn-lt"/>
              <a:cs typeface="+mn-lt"/>
            </a:endParaRPr>
          </a:p>
        </p:txBody>
      </p:sp>
    </p:spTree>
    <p:extLst>
      <p:ext uri="{BB962C8B-B14F-4D97-AF65-F5344CB8AC3E}">
        <p14:creationId xmlns:p14="http://schemas.microsoft.com/office/powerpoint/2010/main" val="2761635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AB379-72A5-4A6D-B2B0-C25273D6C79F}"/>
              </a:ext>
            </a:extLst>
          </p:cNvPr>
          <p:cNvSpPr>
            <a:spLocks noGrp="1"/>
          </p:cNvSpPr>
          <p:nvPr>
            <p:ph type="title"/>
          </p:nvPr>
        </p:nvSpPr>
        <p:spPr/>
        <p:txBody>
          <a:bodyPr/>
          <a:lstStyle/>
          <a:p>
            <a:r>
              <a:rPr lang="en-US">
                <a:ea typeface="+mj-lt"/>
                <a:cs typeface="+mj-lt"/>
              </a:rPr>
              <a:t>Human Gene Expression Profile</a:t>
            </a:r>
            <a:endParaRPr lang="en-US">
              <a:cs typeface="Calibri Light"/>
            </a:endParaRPr>
          </a:p>
        </p:txBody>
      </p:sp>
      <p:pic>
        <p:nvPicPr>
          <p:cNvPr id="4" name="Picture 4">
            <a:extLst>
              <a:ext uri="{FF2B5EF4-FFF2-40B4-BE49-F238E27FC236}">
                <a16:creationId xmlns:a16="http://schemas.microsoft.com/office/drawing/2014/main" id="{1303C0E3-892F-4C0D-9B71-5008F1E5D7F0}"/>
              </a:ext>
            </a:extLst>
          </p:cNvPr>
          <p:cNvPicPr>
            <a:picLocks noGrp="1" noChangeAspect="1"/>
          </p:cNvPicPr>
          <p:nvPr>
            <p:ph idx="1"/>
          </p:nvPr>
        </p:nvPicPr>
        <p:blipFill>
          <a:blip r:embed="rId2"/>
          <a:stretch>
            <a:fillRect/>
          </a:stretch>
        </p:blipFill>
        <p:spPr>
          <a:xfrm>
            <a:off x="511402" y="1698625"/>
            <a:ext cx="10844641" cy="5198004"/>
          </a:xfrm>
        </p:spPr>
      </p:pic>
    </p:spTree>
    <p:extLst>
      <p:ext uri="{BB962C8B-B14F-4D97-AF65-F5344CB8AC3E}">
        <p14:creationId xmlns:p14="http://schemas.microsoft.com/office/powerpoint/2010/main" val="2431145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A0928-E0F3-4517-A2FB-9BD49CC2FE87}"/>
              </a:ext>
            </a:extLst>
          </p:cNvPr>
          <p:cNvSpPr>
            <a:spLocks noGrp="1"/>
          </p:cNvSpPr>
          <p:nvPr>
            <p:ph type="title"/>
          </p:nvPr>
        </p:nvSpPr>
        <p:spPr/>
        <p:txBody>
          <a:bodyPr/>
          <a:lstStyle/>
          <a:p>
            <a:r>
              <a:rPr lang="en-US">
                <a:ea typeface="+mj-lt"/>
                <a:cs typeface="+mj-lt"/>
              </a:rPr>
              <a:t>Human Protein Expression Profile</a:t>
            </a:r>
            <a:endParaRPr lang="en-US"/>
          </a:p>
        </p:txBody>
      </p:sp>
      <p:pic>
        <p:nvPicPr>
          <p:cNvPr id="4" name="Picture 4" descr="Chart, bar chart&#10;&#10;Description automatically generated">
            <a:extLst>
              <a:ext uri="{FF2B5EF4-FFF2-40B4-BE49-F238E27FC236}">
                <a16:creationId xmlns:a16="http://schemas.microsoft.com/office/drawing/2014/main" id="{1278F27B-B816-467A-9E13-865B394ADA79}"/>
              </a:ext>
            </a:extLst>
          </p:cNvPr>
          <p:cNvPicPr>
            <a:picLocks noGrp="1" noChangeAspect="1"/>
          </p:cNvPicPr>
          <p:nvPr>
            <p:ph idx="1"/>
          </p:nvPr>
        </p:nvPicPr>
        <p:blipFill>
          <a:blip r:embed="rId2"/>
          <a:stretch>
            <a:fillRect/>
          </a:stretch>
        </p:blipFill>
        <p:spPr>
          <a:xfrm>
            <a:off x="283211" y="1642181"/>
            <a:ext cx="11809023" cy="5127448"/>
          </a:xfrm>
        </p:spPr>
      </p:pic>
    </p:spTree>
    <p:extLst>
      <p:ext uri="{BB962C8B-B14F-4D97-AF65-F5344CB8AC3E}">
        <p14:creationId xmlns:p14="http://schemas.microsoft.com/office/powerpoint/2010/main" val="27808502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7B6C7-AB3A-4C0B-A5BE-577A432D561D}"/>
              </a:ext>
            </a:extLst>
          </p:cNvPr>
          <p:cNvSpPr>
            <a:spLocks noGrp="1"/>
          </p:cNvSpPr>
          <p:nvPr>
            <p:ph type="title"/>
          </p:nvPr>
        </p:nvSpPr>
        <p:spPr>
          <a:xfrm>
            <a:off x="788068" y="-3579"/>
            <a:ext cx="10515600" cy="1325563"/>
          </a:xfrm>
        </p:spPr>
        <p:txBody>
          <a:bodyPr/>
          <a:lstStyle/>
          <a:p>
            <a:r>
              <a:rPr lang="en-US" err="1">
                <a:cs typeface="Calibri Light"/>
              </a:rPr>
              <a:t>Modelability</a:t>
            </a:r>
            <a:r>
              <a:rPr lang="en-US">
                <a:cs typeface="Calibri Light"/>
              </a:rPr>
              <a:t>-Alliance Genome</a:t>
            </a:r>
            <a:endParaRPr lang="en-US" err="1"/>
          </a:p>
        </p:txBody>
      </p:sp>
      <p:pic>
        <p:nvPicPr>
          <p:cNvPr id="4" name="Picture 4" descr="Table&#10;&#10;Description automatically generated">
            <a:extLst>
              <a:ext uri="{FF2B5EF4-FFF2-40B4-BE49-F238E27FC236}">
                <a16:creationId xmlns:a16="http://schemas.microsoft.com/office/drawing/2014/main" id="{FAE56A7D-846C-48F9-9ED2-2B6C0621E257}"/>
              </a:ext>
            </a:extLst>
          </p:cNvPr>
          <p:cNvPicPr>
            <a:picLocks noGrp="1" noChangeAspect="1"/>
          </p:cNvPicPr>
          <p:nvPr>
            <p:ph idx="1"/>
          </p:nvPr>
        </p:nvPicPr>
        <p:blipFill>
          <a:blip r:embed="rId2"/>
          <a:stretch>
            <a:fillRect/>
          </a:stretch>
        </p:blipFill>
        <p:spPr>
          <a:xfrm>
            <a:off x="993315" y="4244055"/>
            <a:ext cx="10515600" cy="2611077"/>
          </a:xfrm>
        </p:spPr>
      </p:pic>
      <p:sp>
        <p:nvSpPr>
          <p:cNvPr id="6" name="TextBox 5">
            <a:extLst>
              <a:ext uri="{FF2B5EF4-FFF2-40B4-BE49-F238E27FC236}">
                <a16:creationId xmlns:a16="http://schemas.microsoft.com/office/drawing/2014/main" id="{1AC300CB-A1E0-4C01-AB9A-EA317623D912}"/>
              </a:ext>
            </a:extLst>
          </p:cNvPr>
          <p:cNvSpPr txBox="1"/>
          <p:nvPr/>
        </p:nvSpPr>
        <p:spPr>
          <a:xfrm>
            <a:off x="286951" y="1035330"/>
            <a:ext cx="1178655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MGI</a:t>
            </a:r>
          </a:p>
          <a:p>
            <a:r>
              <a:rPr lang="en-US">
                <a:ea typeface="+mn-lt"/>
                <a:cs typeface="+mn-lt"/>
                <a:hlinkClick r:id="rId3"/>
              </a:rPr>
              <a:t>http://www.informatics.jax.org/marker/MGI:1889023</a:t>
            </a:r>
            <a:r>
              <a:rPr lang="en-US">
                <a:ea typeface="+mn-lt"/>
                <a:cs typeface="+mn-lt"/>
              </a:rPr>
              <a:t> </a:t>
            </a:r>
          </a:p>
          <a:p>
            <a:r>
              <a:rPr lang="en-US">
                <a:ea typeface="+mn-lt"/>
                <a:cs typeface="+mn-lt"/>
              </a:rPr>
              <a:t>Phenotypes: </a:t>
            </a:r>
            <a:r>
              <a:rPr lang="en-US">
                <a:ea typeface="+mn-lt"/>
                <a:cs typeface="+mn-lt"/>
                <a:hlinkClick r:id="rId4"/>
              </a:rPr>
              <a:t>http://www.informatics.jax.org/marker/phenotypes/MGI:1889023</a:t>
            </a:r>
            <a:r>
              <a:rPr lang="en-US">
                <a:ea typeface="+mn-lt"/>
                <a:cs typeface="+mn-lt"/>
              </a:rPr>
              <a:t> (from KOMP; single gene Knockout Mouse Project) </a:t>
            </a:r>
            <a:r>
              <a:rPr lang="en-US">
                <a:ea typeface="+mn-lt"/>
                <a:cs typeface="+mn-lt"/>
                <a:hlinkClick r:id="rId5"/>
              </a:rPr>
              <a:t>https://www.jax.org/strain/033960</a:t>
            </a:r>
            <a:r>
              <a:rPr lang="en-US">
                <a:ea typeface="+mn-lt"/>
                <a:cs typeface="+mn-lt"/>
              </a:rPr>
              <a:t> </a:t>
            </a:r>
            <a:endParaRPr lang="en-US"/>
          </a:p>
          <a:p>
            <a:endParaRPr lang="en-US">
              <a:ea typeface="+mn-lt"/>
              <a:cs typeface="+mn-lt"/>
            </a:endParaRPr>
          </a:p>
          <a:p>
            <a:r>
              <a:rPr lang="en-US" b="1">
                <a:ea typeface="+mn-lt"/>
                <a:cs typeface="+mn-lt"/>
              </a:rPr>
              <a:t>RGD </a:t>
            </a:r>
            <a:endParaRPr lang="en-US">
              <a:cs typeface="Calibri"/>
            </a:endParaRPr>
          </a:p>
          <a:p>
            <a:r>
              <a:rPr lang="en-US">
                <a:ea typeface="+mn-lt"/>
                <a:cs typeface="+mn-lt"/>
                <a:hlinkClick r:id="rId6"/>
              </a:rPr>
              <a:t>https://rgd.mcw.edu/rgdweb/report/gene/main.html?id=RGD:1307464</a:t>
            </a:r>
            <a:r>
              <a:rPr lang="en-US">
                <a:ea typeface="+mn-lt"/>
                <a:cs typeface="+mn-lt"/>
              </a:rPr>
              <a:t> </a:t>
            </a:r>
          </a:p>
          <a:p>
            <a:r>
              <a:rPr lang="en-US">
                <a:cs typeface="Calibri"/>
              </a:rPr>
              <a:t>No rat model phenotypes</a:t>
            </a:r>
          </a:p>
          <a:p>
            <a:endParaRPr lang="en-US">
              <a:cs typeface="Calibri"/>
            </a:endParaRPr>
          </a:p>
          <a:p>
            <a:r>
              <a:rPr lang="en-US" b="1">
                <a:cs typeface="Calibri"/>
              </a:rPr>
              <a:t>ZFIN </a:t>
            </a:r>
          </a:p>
          <a:p>
            <a:r>
              <a:rPr lang="en-US">
                <a:ea typeface="+mn-lt"/>
                <a:cs typeface="+mn-lt"/>
                <a:hlinkClick r:id="rId7"/>
              </a:rPr>
              <a:t>https://zfin.org/ZDB-GENE-050522-54</a:t>
            </a:r>
            <a:r>
              <a:rPr lang="en-US">
                <a:ea typeface="+mn-lt"/>
                <a:cs typeface="+mn-lt"/>
              </a:rPr>
              <a:t> </a:t>
            </a:r>
          </a:p>
          <a:p>
            <a:r>
              <a:rPr lang="en-US">
                <a:ea typeface="+mn-lt"/>
                <a:cs typeface="+mn-lt"/>
              </a:rPr>
              <a:t>No zebrafish model phenotypes</a:t>
            </a:r>
            <a:endParaRPr lang="en-US"/>
          </a:p>
        </p:txBody>
      </p:sp>
    </p:spTree>
    <p:extLst>
      <p:ext uri="{BB962C8B-B14F-4D97-AF65-F5344CB8AC3E}">
        <p14:creationId xmlns:p14="http://schemas.microsoft.com/office/powerpoint/2010/main" val="269838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CB108-55AF-492E-9F1C-B4DF2A9353EE}"/>
              </a:ext>
            </a:extLst>
          </p:cNvPr>
          <p:cNvSpPr>
            <a:spLocks noGrp="1"/>
          </p:cNvSpPr>
          <p:nvPr>
            <p:ph type="title"/>
          </p:nvPr>
        </p:nvSpPr>
        <p:spPr/>
        <p:txBody>
          <a:bodyPr/>
          <a:lstStyle/>
          <a:p>
            <a:r>
              <a:rPr lang="en-US">
                <a:ea typeface="+mj-lt"/>
                <a:cs typeface="+mj-lt"/>
              </a:rPr>
              <a:t>Model System Expression Profile</a:t>
            </a:r>
            <a:endParaRPr lang="en-US"/>
          </a:p>
        </p:txBody>
      </p:sp>
      <p:pic>
        <p:nvPicPr>
          <p:cNvPr id="4" name="Picture 4" descr="Chart, bar chart&#10;&#10;Description automatically generated">
            <a:extLst>
              <a:ext uri="{FF2B5EF4-FFF2-40B4-BE49-F238E27FC236}">
                <a16:creationId xmlns:a16="http://schemas.microsoft.com/office/drawing/2014/main" id="{CF4FBF39-81AE-4458-B7F4-D2803C7308A6}"/>
              </a:ext>
            </a:extLst>
          </p:cNvPr>
          <p:cNvPicPr>
            <a:picLocks noGrp="1" noChangeAspect="1"/>
          </p:cNvPicPr>
          <p:nvPr>
            <p:ph idx="1"/>
          </p:nvPr>
        </p:nvPicPr>
        <p:blipFill>
          <a:blip r:embed="rId2"/>
          <a:stretch>
            <a:fillRect/>
          </a:stretch>
        </p:blipFill>
        <p:spPr>
          <a:xfrm>
            <a:off x="1041900" y="1684515"/>
            <a:ext cx="7906867" cy="5000449"/>
          </a:xfrm>
        </p:spPr>
      </p:pic>
    </p:spTree>
    <p:extLst>
      <p:ext uri="{BB962C8B-B14F-4D97-AF65-F5344CB8AC3E}">
        <p14:creationId xmlns:p14="http://schemas.microsoft.com/office/powerpoint/2010/main" val="4261184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1EA8F-83D6-4EAC-9B6D-491BD0A030DE}"/>
              </a:ext>
            </a:extLst>
          </p:cNvPr>
          <p:cNvSpPr>
            <a:spLocks noGrp="1"/>
          </p:cNvSpPr>
          <p:nvPr>
            <p:ph type="title"/>
          </p:nvPr>
        </p:nvSpPr>
        <p:spPr/>
        <p:txBody>
          <a:bodyPr/>
          <a:lstStyle/>
          <a:p>
            <a:r>
              <a:rPr lang="en-US" err="1">
                <a:cs typeface="Calibri Light"/>
              </a:rPr>
              <a:t>Druggability</a:t>
            </a:r>
            <a:endParaRPr lang="en-US" err="1"/>
          </a:p>
        </p:txBody>
      </p:sp>
      <p:pic>
        <p:nvPicPr>
          <p:cNvPr id="4" name="Picture 4" descr="Graphical user interface, text, application&#10;&#10;Description automatically generated">
            <a:extLst>
              <a:ext uri="{FF2B5EF4-FFF2-40B4-BE49-F238E27FC236}">
                <a16:creationId xmlns:a16="http://schemas.microsoft.com/office/drawing/2014/main" id="{F85F80AC-14CA-4620-A3D5-07E6C03B96BB}"/>
              </a:ext>
            </a:extLst>
          </p:cNvPr>
          <p:cNvPicPr>
            <a:picLocks noGrp="1" noChangeAspect="1"/>
          </p:cNvPicPr>
          <p:nvPr>
            <p:ph idx="1"/>
          </p:nvPr>
        </p:nvPicPr>
        <p:blipFill>
          <a:blip r:embed="rId2"/>
          <a:stretch>
            <a:fillRect/>
          </a:stretch>
        </p:blipFill>
        <p:spPr>
          <a:xfrm>
            <a:off x="273755" y="1826893"/>
            <a:ext cx="11644488" cy="4504024"/>
          </a:xfrm>
        </p:spPr>
      </p:pic>
    </p:spTree>
    <p:extLst>
      <p:ext uri="{BB962C8B-B14F-4D97-AF65-F5344CB8AC3E}">
        <p14:creationId xmlns:p14="http://schemas.microsoft.com/office/powerpoint/2010/main" val="1746406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D4DC-BAFC-4280-9A44-99FCDE600090}"/>
              </a:ext>
            </a:extLst>
          </p:cNvPr>
          <p:cNvSpPr>
            <a:spLocks noGrp="1"/>
          </p:cNvSpPr>
          <p:nvPr>
            <p:ph type="title"/>
          </p:nvPr>
        </p:nvSpPr>
        <p:spPr/>
        <p:txBody>
          <a:bodyPr/>
          <a:lstStyle/>
          <a:p>
            <a:r>
              <a:rPr lang="en-US">
                <a:cs typeface="Calibri Light"/>
              </a:rPr>
              <a:t>Additional phenotype data</a:t>
            </a:r>
            <a:endParaRPr lang="en-US"/>
          </a:p>
        </p:txBody>
      </p:sp>
      <p:sp>
        <p:nvSpPr>
          <p:cNvPr id="3" name="Content Placeholder 2">
            <a:extLst>
              <a:ext uri="{FF2B5EF4-FFF2-40B4-BE49-F238E27FC236}">
                <a16:creationId xmlns:a16="http://schemas.microsoft.com/office/drawing/2014/main" id="{AA6498C4-A87B-45B5-9DE6-6D4565A70C4E}"/>
              </a:ext>
            </a:extLst>
          </p:cNvPr>
          <p:cNvSpPr>
            <a:spLocks noGrp="1"/>
          </p:cNvSpPr>
          <p:nvPr>
            <p:ph idx="1"/>
          </p:nvPr>
        </p:nvSpPr>
        <p:spPr/>
        <p:txBody>
          <a:bodyPr vert="horz" lIns="91440" tIns="45720" rIns="91440" bIns="45720" rtlCol="0" anchor="t">
            <a:normAutofit/>
          </a:bodyPr>
          <a:lstStyle/>
          <a:p>
            <a:r>
              <a:rPr lang="en-US">
                <a:ea typeface="+mn-lt"/>
                <a:cs typeface="+mn-lt"/>
                <a:hlinkClick r:id="rId2"/>
              </a:rPr>
              <a:t>https://www.biorxiv.org/content/10.1101/2021.11.03.467208v1</a:t>
            </a:r>
            <a:r>
              <a:rPr lang="en-US">
                <a:ea typeface="+mn-lt"/>
                <a:cs typeface="+mn-lt"/>
              </a:rPr>
              <a:t> </a:t>
            </a:r>
          </a:p>
          <a:p>
            <a:r>
              <a:rPr lang="en-US">
                <a:ea typeface="+mn-lt"/>
                <a:cs typeface="+mn-lt"/>
              </a:rPr>
              <a:t>CRISPR mutant</a:t>
            </a:r>
            <a:endParaRPr lang="en-US">
              <a:cs typeface="Calibri"/>
            </a:endParaRPr>
          </a:p>
        </p:txBody>
      </p:sp>
    </p:spTree>
    <p:extLst>
      <p:ext uri="{BB962C8B-B14F-4D97-AF65-F5344CB8AC3E}">
        <p14:creationId xmlns:p14="http://schemas.microsoft.com/office/powerpoint/2010/main" val="2868320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F895-A80F-4A74-A203-F70966BF336F}"/>
              </a:ext>
            </a:extLst>
          </p:cNvPr>
          <p:cNvSpPr>
            <a:spLocks noGrp="1"/>
          </p:cNvSpPr>
          <p:nvPr>
            <p:ph type="title"/>
          </p:nvPr>
        </p:nvSpPr>
        <p:spPr>
          <a:xfrm>
            <a:off x="838200" y="51974"/>
            <a:ext cx="10515600" cy="1325563"/>
          </a:xfrm>
        </p:spPr>
        <p:txBody>
          <a:bodyPr/>
          <a:lstStyle/>
          <a:p>
            <a:r>
              <a:rPr lang="en-US" err="1">
                <a:ea typeface="+mj-lt"/>
                <a:cs typeface="+mj-lt"/>
              </a:rPr>
              <a:t>Modelability-GenTaR</a:t>
            </a:r>
          </a:p>
        </p:txBody>
      </p:sp>
      <p:pic>
        <p:nvPicPr>
          <p:cNvPr id="4" name="Picture 4" descr="Table&#10;&#10;Description automatically generated">
            <a:extLst>
              <a:ext uri="{FF2B5EF4-FFF2-40B4-BE49-F238E27FC236}">
                <a16:creationId xmlns:a16="http://schemas.microsoft.com/office/drawing/2014/main" id="{322790B7-250F-4B32-84AB-26A7C940066C}"/>
              </a:ext>
            </a:extLst>
          </p:cNvPr>
          <p:cNvPicPr>
            <a:picLocks noGrp="1" noChangeAspect="1"/>
          </p:cNvPicPr>
          <p:nvPr>
            <p:ph idx="1"/>
          </p:nvPr>
        </p:nvPicPr>
        <p:blipFill>
          <a:blip r:embed="rId2"/>
          <a:stretch>
            <a:fillRect/>
          </a:stretch>
        </p:blipFill>
        <p:spPr>
          <a:xfrm>
            <a:off x="176842" y="5106822"/>
            <a:ext cx="12010844" cy="1670832"/>
          </a:xfrm>
        </p:spPr>
      </p:pic>
      <p:sp>
        <p:nvSpPr>
          <p:cNvPr id="5" name="TextBox 4">
            <a:extLst>
              <a:ext uri="{FF2B5EF4-FFF2-40B4-BE49-F238E27FC236}">
                <a16:creationId xmlns:a16="http://schemas.microsoft.com/office/drawing/2014/main" id="{8BB2FCC4-793A-436C-A409-0D767A58A0F1}"/>
              </a:ext>
            </a:extLst>
          </p:cNvPr>
          <p:cNvSpPr txBox="1"/>
          <p:nvPr/>
        </p:nvSpPr>
        <p:spPr>
          <a:xfrm>
            <a:off x="397372" y="1083536"/>
            <a:ext cx="10535728"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ea typeface="+mn-lt"/>
                <a:cs typeface="+mn-lt"/>
              </a:rPr>
              <a:t>GenTaR</a:t>
            </a:r>
            <a:r>
              <a:rPr lang="en-US">
                <a:ea typeface="+mn-lt"/>
                <a:cs typeface="+mn-lt"/>
              </a:rPr>
              <a:t> search </a:t>
            </a:r>
            <a:r>
              <a:rPr lang="en-US">
                <a:ea typeface="+mn-lt"/>
                <a:cs typeface="+mn-lt"/>
                <a:hlinkClick r:id="rId3"/>
              </a:rPr>
              <a:t>https://www.gentar.org/tracker/#/</a:t>
            </a:r>
            <a:endParaRPr lang="en-US">
              <a:cs typeface="Calibri"/>
            </a:endParaRPr>
          </a:p>
          <a:p>
            <a:endParaRPr lang="en-US">
              <a:ea typeface="+mn-lt"/>
              <a:cs typeface="+mn-lt"/>
            </a:endParaRPr>
          </a:p>
          <a:p>
            <a:r>
              <a:rPr lang="en-US">
                <a:ea typeface="+mn-lt"/>
                <a:cs typeface="+mn-lt"/>
              </a:rPr>
              <a:t>BCM: </a:t>
            </a:r>
          </a:p>
          <a:p>
            <a:pPr marL="285750" indent="-285750">
              <a:buFont typeface="Arial"/>
              <a:buChar char="•"/>
            </a:pPr>
            <a:r>
              <a:rPr lang="en-US">
                <a:ea typeface="+mn-lt"/>
                <a:cs typeface="+mn-lt"/>
              </a:rPr>
              <a:t>"plan abandoned" </a:t>
            </a:r>
            <a:r>
              <a:rPr lang="en-US">
                <a:ea typeface="+mn-lt"/>
                <a:cs typeface="+mn-lt"/>
                <a:hlinkClick r:id="rId4"/>
              </a:rPr>
              <a:t>https://www.gentar.org/tracker/#/projects/TPN:000011931</a:t>
            </a:r>
            <a:r>
              <a:rPr lang="en-US">
                <a:ea typeface="+mn-lt"/>
                <a:cs typeface="+mn-lt"/>
              </a:rPr>
              <a:t> </a:t>
            </a:r>
            <a:endParaRPr lang="en-US">
              <a:cs typeface="Calibri" panose="020F0502020204030204"/>
            </a:endParaRPr>
          </a:p>
          <a:p>
            <a:r>
              <a:rPr lang="en-US">
                <a:ea typeface="+mn-lt"/>
                <a:cs typeface="+mn-lt"/>
              </a:rPr>
              <a:t>WTSI: </a:t>
            </a:r>
          </a:p>
          <a:p>
            <a:pPr marL="285750" indent="-285750">
              <a:buFont typeface="Arial"/>
              <a:buChar char="•"/>
            </a:pPr>
            <a:r>
              <a:rPr lang="en-US">
                <a:ea typeface="+mn-lt"/>
                <a:cs typeface="+mn-lt"/>
              </a:rPr>
              <a:t>"attempt aborted" </a:t>
            </a:r>
            <a:r>
              <a:rPr lang="en-US">
                <a:ea typeface="+mn-lt"/>
                <a:cs typeface="+mn-lt"/>
                <a:hlinkClick r:id="rId5"/>
              </a:rPr>
              <a:t>https://www.gentar.org/tracker/#/projects/TPN:000016703</a:t>
            </a:r>
            <a:r>
              <a:rPr lang="en-US">
                <a:ea typeface="+mn-lt"/>
                <a:cs typeface="+mn-lt"/>
              </a:rPr>
              <a:t> </a:t>
            </a:r>
            <a:endParaRPr lang="en-US">
              <a:cs typeface="Calibri" panose="020F0502020204030204"/>
            </a:endParaRPr>
          </a:p>
          <a:p>
            <a:endParaRPr lang="en-US">
              <a:ea typeface="+mn-lt"/>
              <a:cs typeface="+mn-lt"/>
            </a:endParaRPr>
          </a:p>
          <a:p>
            <a:r>
              <a:rPr lang="en-US">
                <a:ea typeface="+mn-lt"/>
                <a:cs typeface="+mn-lt"/>
              </a:rPr>
              <a:t>JAX: </a:t>
            </a:r>
          </a:p>
          <a:p>
            <a:pPr marL="285750" indent="-285750">
              <a:buFont typeface="Arial"/>
              <a:buChar char="•"/>
            </a:pPr>
            <a:r>
              <a:rPr lang="en-US">
                <a:ea typeface="+mn-lt"/>
                <a:cs typeface="+mn-lt"/>
              </a:rPr>
              <a:t>Attempt type "Crispr" </a:t>
            </a:r>
          </a:p>
          <a:p>
            <a:pPr marL="285750" indent="-285750">
              <a:buFont typeface="Arial"/>
              <a:buChar char="•"/>
            </a:pPr>
            <a:r>
              <a:rPr lang="en-US">
                <a:ea typeface="+mn-lt"/>
                <a:cs typeface="+mn-lt"/>
              </a:rPr>
              <a:t>MI date "Mon Mar 04 2019" </a:t>
            </a:r>
          </a:p>
          <a:p>
            <a:pPr marL="285750" indent="-285750">
              <a:buFont typeface="Arial"/>
              <a:buChar char="•"/>
            </a:pPr>
            <a:r>
              <a:rPr lang="en-US">
                <a:ea typeface="+mn-lt"/>
                <a:cs typeface="+mn-lt"/>
              </a:rPr>
              <a:t>Mutation type: "Banp</a:t>
            </a:r>
            <a:r>
              <a:rPr lang="en-US" baseline="30000">
                <a:ea typeface="+mn-lt"/>
                <a:cs typeface="+mn-lt"/>
              </a:rPr>
              <a:t>em1(IMPC)J</a:t>
            </a:r>
            <a:r>
              <a:rPr lang="en-US">
                <a:ea typeface="+mn-lt"/>
                <a:cs typeface="+mn-lt"/>
              </a:rPr>
              <a:t> Exon deletion"</a:t>
            </a:r>
            <a:endParaRPr lang="en-US">
              <a:cs typeface="Calibri"/>
            </a:endParaRPr>
          </a:p>
          <a:p>
            <a:pPr marL="285750" indent="-285750">
              <a:buFont typeface="Arial"/>
              <a:buChar char="•"/>
            </a:pPr>
            <a:r>
              <a:rPr lang="en-US">
                <a:ea typeface="+mn-lt"/>
                <a:cs typeface="+mn-lt"/>
              </a:rPr>
              <a:t>Status: "Phenotyping started" </a:t>
            </a:r>
            <a:endParaRPr lang="en-US"/>
          </a:p>
          <a:p>
            <a:pPr marL="285750" indent="-285750">
              <a:buFont typeface="Arial"/>
              <a:buChar char="•"/>
            </a:pPr>
            <a:r>
              <a:rPr lang="en-US">
                <a:ea typeface="+mn-lt"/>
                <a:cs typeface="+mn-lt"/>
              </a:rPr>
              <a:t>adult and embryo phenotyping underway"</a:t>
            </a:r>
            <a:r>
              <a:rPr lang="en-US">
                <a:ea typeface="+mn-lt"/>
                <a:cs typeface="+mn-lt"/>
                <a:hlinkClick r:id="rId6"/>
              </a:rPr>
              <a:t>https://www.gentar.org/tracker/#/projects/TPN:000006699</a:t>
            </a:r>
            <a:endParaRPr lang="en-US">
              <a:ea typeface="+mn-lt"/>
              <a:cs typeface="+mn-lt"/>
            </a:endParaRPr>
          </a:p>
        </p:txBody>
      </p:sp>
    </p:spTree>
    <p:extLst>
      <p:ext uri="{BB962C8B-B14F-4D97-AF65-F5344CB8AC3E}">
        <p14:creationId xmlns:p14="http://schemas.microsoft.com/office/powerpoint/2010/main" val="204503030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BA45FC8B5EDE847923B6041C4D2C81F" ma:contentTypeVersion="12" ma:contentTypeDescription="Create a new document." ma:contentTypeScope="" ma:versionID="e89eda7ea42e6fa6ced53988d6d3985e">
  <xsd:schema xmlns:xsd="http://www.w3.org/2001/XMLSchema" xmlns:xs="http://www.w3.org/2001/XMLSchema" xmlns:p="http://schemas.microsoft.com/office/2006/metadata/properties" xmlns:ns2="cc109af3-b402-4cfb-a479-e9b0840a4d94" xmlns:ns3="81d49613-d97f-40c7-9e19-8f19b05cbd78" targetNamespace="http://schemas.microsoft.com/office/2006/metadata/properties" ma:root="true" ma:fieldsID="a634c82665d778ae5ee28210a1ecf44b" ns2:_="" ns3:_="">
    <xsd:import namespace="cc109af3-b402-4cfb-a479-e9b0840a4d94"/>
    <xsd:import namespace="81d49613-d97f-40c7-9e19-8f19b05cbd7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3:SharedWithUsers" minOccurs="0"/>
                <xsd:element ref="ns3:SharedWithDetails"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109af3-b402-4cfb-a479-e9b0840a4d9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d49613-d97f-40c7-9e19-8f19b05cbd78"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0C691A-3375-48EF-94CA-BCBC92232B21}">
  <ds:schemaRefs>
    <ds:schemaRef ds:uri="81d49613-d97f-40c7-9e19-8f19b05cbd78"/>
    <ds:schemaRef ds:uri="cc109af3-b402-4cfb-a479-e9b0840a4d9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C669EF6-EEBA-4B7A-97E0-044B98E0CC7D}">
  <ds:schemaRefs>
    <ds:schemaRef ds:uri="81d49613-d97f-40c7-9e19-8f19b05cbd78"/>
    <ds:schemaRef ds:uri="cc109af3-b402-4cfb-a479-e9b0840a4d9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52F652C-118E-4414-8439-52DFE31C668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23</Slides>
  <Notes>5</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CPAM0066</vt:lpstr>
      <vt:lpstr>PowerPoint Presentation</vt:lpstr>
      <vt:lpstr>Clinical History</vt:lpstr>
      <vt:lpstr>Double Outlet Right Ventricle</vt:lpstr>
      <vt:lpstr>Genes Associated with Nonsyndromic CHD</vt:lpstr>
      <vt:lpstr>Newborn Screening for SCID</vt:lpstr>
      <vt:lpstr>Types of SCID</vt:lpstr>
      <vt:lpstr>ACMG Classification</vt:lpstr>
      <vt:lpstr>HPO Terms and Affected Systems</vt:lpstr>
      <vt:lpstr>BANP Summary</vt:lpstr>
      <vt:lpstr>Novelty of a BANP model</vt:lpstr>
      <vt:lpstr>Application(s) of the Model</vt:lpstr>
      <vt:lpstr>Secondary Structure</vt:lpstr>
      <vt:lpstr>Functional Domains of BANP</vt:lpstr>
      <vt:lpstr>Gene homology/multiple sequence alignment</vt:lpstr>
      <vt:lpstr>Other causal variation in this locus (ClinVar/disease specific DB/OMIM)</vt:lpstr>
      <vt:lpstr>Human Gene Expression Profile</vt:lpstr>
      <vt:lpstr>Human Protein Expression Profile</vt:lpstr>
      <vt:lpstr>Modelability-Alliance Genome</vt:lpstr>
      <vt:lpstr>Model System Expression Profile</vt:lpstr>
      <vt:lpstr>Druggability</vt:lpstr>
      <vt:lpstr>Additional phenotype data</vt:lpstr>
      <vt:lpstr>Modelability-GenTaR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1</cp:revision>
  <dcterms:created xsi:type="dcterms:W3CDTF">2021-11-29T22:53:11Z</dcterms:created>
  <dcterms:modified xsi:type="dcterms:W3CDTF">2022-02-07T22:55:17Z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0x0101001BA45FC8B5EDE847923B6041C4D2C81F</vt:lpwstr>
  </property>
</Properties>
</file>